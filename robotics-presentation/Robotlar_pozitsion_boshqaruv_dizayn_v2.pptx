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048ac8ebe4482c" /><Relationship Type="http://schemas.openxmlformats.org/officeDocument/2006/relationships/extended-properties" Target="/docProps/app.xml" Id="R4f70743c0d6a4cdc" /><Relationship Type="http://schemas.openxmlformats.org/officeDocument/2006/relationships/officeDocument" Target="/ppt/presentation.xml" Id="Rb9f22780a96e4e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baaa18530a4ebb"/>
  </p:sldMasterIdLst>
  <p:notesMasterIdLst>
    <p:notesMasterId xmlns:r="http://schemas.openxmlformats.org/officeDocument/2006/relationships" r:id="R73bb837c987641b7"/>
  </p:notesMasterIdLst>
  <p:sldIdLst>
    <p:sldId xmlns:r="http://schemas.openxmlformats.org/officeDocument/2006/relationships" id="256" r:id="R1a2b55fc96e44d31"/>
    <p:sldId xmlns:r="http://schemas.openxmlformats.org/officeDocument/2006/relationships" id="257" r:id="Rb6c1fab67d1e47e5"/>
    <p:sldId xmlns:r="http://schemas.openxmlformats.org/officeDocument/2006/relationships" id="258" r:id="R7c28367919914a93"/>
    <p:sldId xmlns:r="http://schemas.openxmlformats.org/officeDocument/2006/relationships" id="259" r:id="Rabe096fcd35049fb"/>
    <p:sldId xmlns:r="http://schemas.openxmlformats.org/officeDocument/2006/relationships" id="260" r:id="R2e549da53041405f"/>
    <p:sldId xmlns:r="http://schemas.openxmlformats.org/officeDocument/2006/relationships" id="261" r:id="R7ed443d0054541a3"/>
    <p:sldId xmlns:r="http://schemas.openxmlformats.org/officeDocument/2006/relationships" id="262" r:id="R0f45ab50648f4e0a"/>
    <p:sldId xmlns:r="http://schemas.openxmlformats.org/officeDocument/2006/relationships" id="263" r:id="Rf506f851dfd74a89"/>
    <p:sldId xmlns:r="http://schemas.openxmlformats.org/officeDocument/2006/relationships" id="264" r:id="R16e6a1f3e54a4f4a"/>
    <p:sldId xmlns:r="http://schemas.openxmlformats.org/officeDocument/2006/relationships" id="265" r:id="Rf9fe49c346ec49eb"/>
    <p:sldId xmlns:r="http://schemas.openxmlformats.org/officeDocument/2006/relationships" id="266" r:id="R91d3392a8a1d4768"/>
    <p:sldId xmlns:r="http://schemas.openxmlformats.org/officeDocument/2006/relationships" id="267" r:id="R00141bc93ec94482"/>
    <p:sldId xmlns:r="http://schemas.openxmlformats.org/officeDocument/2006/relationships" id="268" r:id="Rd3882d0712574bd8"/>
    <p:sldId xmlns:r="http://schemas.openxmlformats.org/officeDocument/2006/relationships" id="269" r:id="R7a69f06958c44d31"/>
    <p:sldId xmlns:r="http://schemas.openxmlformats.org/officeDocument/2006/relationships" id="270" r:id="R870afbfe22a745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b903a78bb84209" /><Relationship Type="http://schemas.openxmlformats.org/officeDocument/2006/relationships/slideMaster" Target="/ppt/slideMasters/slideMaster1.xml" Id="Rd4baaa18530a4ebb" /><Relationship Type="http://schemas.openxmlformats.org/officeDocument/2006/relationships/notesMaster" Target="/ppt/notesMasters/notesMaster1.xml" Id="R73bb837c987641b7" /><Relationship Type="http://schemas.openxmlformats.org/officeDocument/2006/relationships/presProps" Target="/ppt/presProps.xml" Id="R8c84869a97ef4571" /><Relationship Type="http://schemas.openxmlformats.org/officeDocument/2006/relationships/tableStyles" Target="/ppt/tableStyles.xml" Id="Rbba4e216218a48c7" /><Relationship Type="http://schemas.openxmlformats.org/officeDocument/2006/relationships/slide" Target="/ppt/slides/slide1.xml" Id="R1a2b55fc96e44d31" /><Relationship Type="http://schemas.openxmlformats.org/officeDocument/2006/relationships/slide" Target="/ppt/slides/slide2.xml" Id="Rb6c1fab67d1e47e5" /><Relationship Type="http://schemas.openxmlformats.org/officeDocument/2006/relationships/slide" Target="/ppt/slides/slide3.xml" Id="R7c28367919914a93" /><Relationship Type="http://schemas.openxmlformats.org/officeDocument/2006/relationships/slide" Target="/ppt/slides/slide4.xml" Id="Rabe096fcd35049fb" /><Relationship Type="http://schemas.openxmlformats.org/officeDocument/2006/relationships/slide" Target="/ppt/slides/slide5.xml" Id="R2e549da53041405f" /><Relationship Type="http://schemas.openxmlformats.org/officeDocument/2006/relationships/slide" Target="/ppt/slides/slide6.xml" Id="R7ed443d0054541a3" /><Relationship Type="http://schemas.openxmlformats.org/officeDocument/2006/relationships/slide" Target="/ppt/slides/slide7.xml" Id="R0f45ab50648f4e0a" /><Relationship Type="http://schemas.openxmlformats.org/officeDocument/2006/relationships/slide" Target="/ppt/slides/slide8.xml" Id="Rf506f851dfd74a89" /><Relationship Type="http://schemas.openxmlformats.org/officeDocument/2006/relationships/slide" Target="/ppt/slides/slide9.xml" Id="R16e6a1f3e54a4f4a" /><Relationship Type="http://schemas.openxmlformats.org/officeDocument/2006/relationships/slide" Target="/ppt/slides/slide10.xml" Id="Rf9fe49c346ec49eb" /><Relationship Type="http://schemas.openxmlformats.org/officeDocument/2006/relationships/slide" Target="/ppt/slides/slide11.xml" Id="R91d3392a8a1d4768" /><Relationship Type="http://schemas.openxmlformats.org/officeDocument/2006/relationships/slide" Target="/ppt/slides/slide12.xml" Id="R00141bc93ec94482" /><Relationship Type="http://schemas.openxmlformats.org/officeDocument/2006/relationships/slide" Target="/ppt/slides/slide13.xml" Id="Rd3882d0712574bd8" /><Relationship Type="http://schemas.openxmlformats.org/officeDocument/2006/relationships/slide" Target="/ppt/slides/slide14.xml" Id="R7a69f06958c44d31" /><Relationship Type="http://schemas.openxmlformats.org/officeDocument/2006/relationships/slide" Target="/ppt/slides/slide15.xml" Id="R870afbfe22a745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032ddfb1af49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5a749847d044fc" /><Relationship Type="http://schemas.openxmlformats.org/officeDocument/2006/relationships/notesMaster" Target="/ppt/notesMasters/notesMaster1.xml" Id="R8eeb63cbb3b742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ceec86a5ac46a7" /><Relationship Type="http://schemas.openxmlformats.org/officeDocument/2006/relationships/notesMaster" Target="/ppt/notesMasters/notesMaster1.xml" Id="R45d56487bfd847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a0d2458c3d4a9b" /><Relationship Type="http://schemas.openxmlformats.org/officeDocument/2006/relationships/notesMaster" Target="/ppt/notesMasters/notesMaster1.xml" Id="R85d769cbf72140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25648816594dbd" /><Relationship Type="http://schemas.openxmlformats.org/officeDocument/2006/relationships/notesMaster" Target="/ppt/notesMasters/notesMaster1.xml" Id="R434805471e4d40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85a8cde2b5431e" /><Relationship Type="http://schemas.openxmlformats.org/officeDocument/2006/relationships/notesMaster" Target="/ppt/notesMasters/notesMaster1.xml" Id="Rf14e20efe25c4a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b1331d0b63403a" /><Relationship Type="http://schemas.openxmlformats.org/officeDocument/2006/relationships/notesMaster" Target="/ppt/notesMasters/notesMaster1.xml" Id="Ra64ec8915fc746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040b6d5c994a77" /><Relationship Type="http://schemas.openxmlformats.org/officeDocument/2006/relationships/notesMaster" Target="/ppt/notesMasters/notesMaster1.xml" Id="R111f03ea10b942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4743f8bdab48d3" /><Relationship Type="http://schemas.openxmlformats.org/officeDocument/2006/relationships/notesMaster" Target="/ppt/notesMasters/notesMaster1.xml" Id="R232de6fbe73c44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19d2c5af184d00" /><Relationship Type="http://schemas.openxmlformats.org/officeDocument/2006/relationships/notesMaster" Target="/ppt/notesMasters/notesMaster1.xml" Id="Rfa66a44848e147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259df5b4664a5c" /><Relationship Type="http://schemas.openxmlformats.org/officeDocument/2006/relationships/notesMaster" Target="/ppt/notesMasters/notesMaster1.xml" Id="R2cbc77c5489e41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e95c3524cf410f" /><Relationship Type="http://schemas.openxmlformats.org/officeDocument/2006/relationships/notesMaster" Target="/ppt/notesMasters/notesMaster1.xml" Id="Rfb77209f890d4e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9ab1a36b6b4bc9" /><Relationship Type="http://schemas.openxmlformats.org/officeDocument/2006/relationships/notesMaster" Target="/ppt/notesMasters/notesMaster1.xml" Id="R92ca82709baf42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592d56707c466a" /><Relationship Type="http://schemas.openxmlformats.org/officeDocument/2006/relationships/notesMaster" Target="/ppt/notesMasters/notesMaster1.xml" Id="R5722aad6bc6e43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172a69cd1b495f" /><Relationship Type="http://schemas.openxmlformats.org/officeDocument/2006/relationships/notesMaster" Target="/ppt/notesMasters/notesMaster1.xml" Id="R8237453fae8f4d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879b09f45148ab" /><Relationship Type="http://schemas.openxmlformats.org/officeDocument/2006/relationships/notesMaster" Target="/ppt/notesMasters/notesMaster1.xml" Id="R2e980a8e11ac45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O‘quv taqdimoti. Chizmalar mavzuni tushuntirish uchun soddalashtirilgan. Manbalar: 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To‘liq manbalar:</a:t>
            </a:r>
          </a:p>
          <a:p xmlns:a="http://schemas.openxmlformats.org/drawingml/2006/main">
            <a:r>
              <a:t>https://modernrobotics.northwestern.edu/nu-gm-book-resource/9-1-and-9-2-point-to-point-trajectories-part-1-of-2/</a:t>
            </a:r>
          </a:p>
          <a:p xmlns:a="http://schemas.openxmlformats.org/drawingml/2006/main">
            <a:r>
              <a:t>https://www.universal-robots.com/manuals/EN/HTML/SW10_10/Content/prod-scriptmanual/all_scripts/movej_qa14v105t0r.htm</a:t>
            </a:r>
          </a:p>
          <a:p xmlns:a="http://schemas.openxmlformats.org/drawingml/2006/main">
            <a:r>
              <a:t>https://www.universal-robots.com/manuals/EN/HTML/SW5_19/Content/prod-usr-man/complianceUR16e/SW_sections/first_program/move.htm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2709a33d640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06f0e26164e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505637fb346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0bc6b461d4b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e4df3399647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ff16e4db147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0D8F3D-56B7-4198-8F9A-407F7DFE7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DE01A0-468E-4154-8B9D-5B3C389962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D12CEC-6027-444E-8E8D-AD571D3EDB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2380AE-C915-4C8D-9814-D788E9BA9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7B5F13-D5FE-45DB-9260-90567AD9AA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022596-F118-4FE9-B657-72FB72B3D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D1CDC4-3117-4D5F-BE1E-0C30920774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E17366-8566-4E9A-8379-1E58B17FF6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7CC015-3716-4D9E-848D-1FFCA9C1A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D88A48-4CD6-42F2-84B1-ECD85F03B4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7227c86ec84dcd" /><Relationship Type="http://schemas.openxmlformats.org/officeDocument/2006/relationships/slideLayout" Target="/ppt/slideLayouts/slideLayout1.xml" Id="Rf8541b1118294616" /><Relationship Type="http://schemas.openxmlformats.org/officeDocument/2006/relationships/slideLayout" Target="/ppt/slideLayouts/slideLayout2.xml" Id="Rcc17aebd6a06437e" /><Relationship Type="http://schemas.openxmlformats.org/officeDocument/2006/relationships/slideLayout" Target="/ppt/slideLayouts/slideLayout3.xml" Id="R0c5cad33f3104219" /><Relationship Type="http://schemas.openxmlformats.org/officeDocument/2006/relationships/slideLayout" Target="/ppt/slideLayouts/slideLayout4.xml" Id="Re2d18eb4881442c8" /><Relationship Type="http://schemas.openxmlformats.org/officeDocument/2006/relationships/slideLayout" Target="/ppt/slideLayouts/slideLayout5.xml" Id="R1ccab1db8c4642b6" /><Relationship Type="http://schemas.openxmlformats.org/officeDocument/2006/relationships/slideLayout" Target="/ppt/slideLayouts/slideLayout6.xml" Id="Raab3d967bac64e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541b1118294616"/>
    <p:sldLayoutId xmlns:r="http://schemas.openxmlformats.org/officeDocument/2006/relationships" id="2147483650" r:id="Rcc17aebd6a06437e"/>
    <p:sldLayoutId xmlns:r="http://schemas.openxmlformats.org/officeDocument/2006/relationships" id="2147483651" r:id="R0c5cad33f3104219"/>
    <p:sldLayoutId xmlns:r="http://schemas.openxmlformats.org/officeDocument/2006/relationships" id="2147483652" r:id="Re2d18eb4881442c8"/>
    <p:sldLayoutId xmlns:r="http://schemas.openxmlformats.org/officeDocument/2006/relationships" id="2147483653" r:id="R1ccab1db8c4642b6"/>
    <p:sldLayoutId xmlns:r="http://schemas.openxmlformats.org/officeDocument/2006/relationships" id="2147483654" r:id="Raab3d967bac64e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2997a69aa4640" /><Relationship Type="http://schemas.openxmlformats.org/officeDocument/2006/relationships/notesSlide" Target="/ppt/notesSlides/notesSlide1.xml" Id="Rf01020d75a9441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2ec0cf80040a7" /><Relationship Type="http://schemas.openxmlformats.org/officeDocument/2006/relationships/notesSlide" Target="/ppt/notesSlides/notesSlide2.xml" Id="R6012a5d843b340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ea8acea1f45ce" /><Relationship Type="http://schemas.openxmlformats.org/officeDocument/2006/relationships/notesSlide" Target="/ppt/notesSlides/notesSlide3.xml" Id="R1736bac2e9ac45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4ecbf4c114da9" /><Relationship Type="http://schemas.openxmlformats.org/officeDocument/2006/relationships/notesSlide" Target="/ppt/notesSlides/notesSlide4.xml" Id="Rfe864ef32b0343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5f2a6dc7c34316" /><Relationship Type="http://schemas.openxmlformats.org/officeDocument/2006/relationships/notesSlide" Target="/ppt/notesSlides/notesSlide5.xml" Id="Rbb068175d52942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ce4deff97486a" /><Relationship Type="http://schemas.openxmlformats.org/officeDocument/2006/relationships/notesSlide" Target="/ppt/notesSlides/notesSlide6.xml" Id="R2a032814bb864d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116c03b514f10" /><Relationship Type="http://schemas.openxmlformats.org/officeDocument/2006/relationships/notesSlide" Target="/ppt/notesSlides/notesSlide7.xml" Id="Ra9c656b8248247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87000d6714830" /><Relationship Type="http://schemas.openxmlformats.org/officeDocument/2006/relationships/notesSlide" Target="/ppt/notesSlides/notesSlide8.xml" Id="R04b2ae9cf8b54b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31968329c4a4d" /><Relationship Type="http://schemas.openxmlformats.org/officeDocument/2006/relationships/notesSlide" Target="/ppt/notesSlides/notesSlide9.xml" Id="R58a3977408e54a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504f2616143c5" /><Relationship Type="http://schemas.openxmlformats.org/officeDocument/2006/relationships/notesSlide" Target="/ppt/notesSlides/notesSlide10.xml" Id="R96d4b5db63bb47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5ef42041a40a2" /><Relationship Type="http://schemas.openxmlformats.org/officeDocument/2006/relationships/notesSlide" Target="/ppt/notesSlides/notesSlide11.xml" Id="Rf8ca79ee4bd345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45930e144403a" /><Relationship Type="http://schemas.openxmlformats.org/officeDocument/2006/relationships/notesSlide" Target="/ppt/notesSlides/notesSlide12.xml" Id="R3708a454b48640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74f72919d4541" /><Relationship Type="http://schemas.openxmlformats.org/officeDocument/2006/relationships/notesSlide" Target="/ppt/notesSlides/notesSlide13.xml" Id="Rc9021e9982f145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3ca4ddbaa430b" /><Relationship Type="http://schemas.openxmlformats.org/officeDocument/2006/relationships/notesSlide" Target="/ppt/notesSlides/notesSlide14.xml" Id="Rbd045c6f304743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e2a6f0b7c400e" /><Relationship Type="http://schemas.openxmlformats.org/officeDocument/2006/relationships/notesSlide" Target="/ppt/notesSlides/notesSlide15.xml" Id="Rd1bc325db7ff4e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80D16-66B6-4B90-A923-2CEC1520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7D9C5"/>
                </a:solidFill>
              </a:defRPr>
            </a:defPPr>
            <a:lvl1pPr>
              <a:defRPr sz="1125" b="1">
                <a:solidFill>
                  <a:srgbClr val="67D9C5"/>
                </a:solidFill>
              </a:defRPr>
            </a:lvl1pPr>
            <a:lvl2pPr>
              <a:defRPr sz="1125" b="1">
                <a:solidFill>
                  <a:srgbClr val="67D9C5"/>
                </a:solidFill>
              </a:defRPr>
            </a:lvl2pPr>
            <a:lvl3pPr>
              <a:defRPr sz="1125" b="1">
                <a:solidFill>
                  <a:srgbClr val="67D9C5"/>
                </a:solidFill>
              </a:defRPr>
            </a:lvl3pPr>
            <a:lvl4pPr>
              <a:defRPr sz="1125" b="1">
                <a:solidFill>
                  <a:srgbClr val="67D9C5"/>
                </a:solidFill>
              </a:defRPr>
            </a:lvl4pPr>
            <a:lvl5pPr>
              <a:defRPr sz="1125" b="1">
                <a:solidFill>
                  <a:srgbClr val="67D9C5"/>
                </a:solidFill>
              </a:defRPr>
            </a:lvl5pPr>
            <a:lvl6pPr>
              <a:defRPr sz="1125" b="1">
                <a:solidFill>
                  <a:srgbClr val="67D9C5"/>
                </a:solidFill>
              </a:defRPr>
            </a:lvl6pPr>
            <a:lvl7pPr>
              <a:defRPr sz="1125" b="1">
                <a:solidFill>
                  <a:srgbClr val="67D9C5"/>
                </a:solidFill>
              </a:defRPr>
            </a:lvl7pPr>
            <a:lvl8pPr>
              <a:defRPr sz="1125" b="1">
                <a:solidFill>
                  <a:srgbClr val="67D9C5"/>
                </a:solidFill>
              </a:defRPr>
            </a:lvl8pPr>
            <a:lvl9pPr>
              <a:defRPr sz="1125" b="1">
                <a:solidFill>
                  <a:srgbClr val="67D9C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7D9C5"/>
                </a:solidFill>
              </a:defRPr>
            </a:pPr>
            <a:r>
              <a:rPr sz="1125" b="1">
                <a:solidFill>
                  <a:srgbClr val="67D9C5"/>
                </a:solidFill>
              </a:rPr>
              <a:t>O‘QUV TAQDIMOTI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881BC-2BE1-4CF3-A0DC-3672BE13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3F7F6"/>
                </a:solidFill>
              </a:defRPr>
            </a:defPPr>
            <a:lvl1pPr>
              <a:defRPr sz="3300" b="1">
                <a:solidFill>
                  <a:srgbClr val="F3F7F6"/>
                </a:solidFill>
              </a:defRPr>
            </a:lvl1pPr>
            <a:lvl2pPr>
              <a:defRPr sz="3300" b="1">
                <a:solidFill>
                  <a:srgbClr val="F3F7F6"/>
                </a:solidFill>
              </a:defRPr>
            </a:lvl2pPr>
            <a:lvl3pPr>
              <a:defRPr sz="3300" b="1">
                <a:solidFill>
                  <a:srgbClr val="F3F7F6"/>
                </a:solidFill>
              </a:defRPr>
            </a:lvl3pPr>
            <a:lvl4pPr>
              <a:defRPr sz="3300" b="1">
                <a:solidFill>
                  <a:srgbClr val="F3F7F6"/>
                </a:solidFill>
              </a:defRPr>
            </a:lvl4pPr>
            <a:lvl5pPr>
              <a:defRPr sz="3300" b="1">
                <a:solidFill>
                  <a:srgbClr val="F3F7F6"/>
                </a:solidFill>
              </a:defRPr>
            </a:lvl5pPr>
            <a:lvl6pPr>
              <a:defRPr sz="3300" b="1">
                <a:solidFill>
                  <a:srgbClr val="F3F7F6"/>
                </a:solidFill>
              </a:defRPr>
            </a:lvl6pPr>
            <a:lvl7pPr>
              <a:defRPr sz="3300" b="1">
                <a:solidFill>
                  <a:srgbClr val="F3F7F6"/>
                </a:solidFill>
              </a:defRPr>
            </a:lvl7pPr>
            <a:lvl8pPr>
              <a:defRPr sz="3300" b="1">
                <a:solidFill>
                  <a:srgbClr val="F3F7F6"/>
                </a:solidFill>
              </a:defRPr>
            </a:lvl8pPr>
            <a:lvl9pPr>
              <a:defRPr sz="3300" b="1">
                <a:solidFill>
                  <a:srgbClr val="F3F7F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3F7F6"/>
                </a:solidFill>
              </a:defRPr>
            </a:pPr>
            <a:r>
              <a:rPr sz="3300" b="1">
                <a:solidFill>
                  <a:srgbClr val="F3F7F6"/>
                </a:solidFill>
              </a:rPr>
              <a:t>Robotlarning diskret pozitsion</a:t>
            </a:r>
          </a:p>
          <a:p xmlns:a="http://schemas.openxmlformats.org/drawingml/2006/main">
            <a:pPr>
              <a:defRPr sz="3300" b="1">
                <a:solidFill>
                  <a:srgbClr val="F3F7F6"/>
                </a:solidFill>
              </a:defRPr>
            </a:pPr>
            <a:r>
              <a:rPr sz="3300" b="1">
                <a:solidFill>
                  <a:srgbClr val="F3F7F6"/>
                </a:solidFill>
              </a:rPr>
              <a:t>dasturiy boshqaruv tizimlari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3871F-20C6-4754-AD6C-AE5F16D2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62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8D008-1E23-4E04-9737-CD1158D1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B8CBD2"/>
                </a:solidFill>
              </a:defRPr>
            </a:defPPr>
            <a:lvl1pPr>
              <a:defRPr sz="1050" b="0">
                <a:solidFill>
                  <a:srgbClr val="B8CBD2"/>
                </a:solidFill>
              </a:defRPr>
            </a:lvl1pPr>
            <a:lvl2pPr>
              <a:defRPr sz="1050" b="0">
                <a:solidFill>
                  <a:srgbClr val="B8CBD2"/>
                </a:solidFill>
              </a:defRPr>
            </a:lvl2pPr>
            <a:lvl3pPr>
              <a:defRPr sz="1050" b="0">
                <a:solidFill>
                  <a:srgbClr val="B8CBD2"/>
                </a:solidFill>
              </a:defRPr>
            </a:lvl3pPr>
            <a:lvl4pPr>
              <a:defRPr sz="1050" b="0">
                <a:solidFill>
                  <a:srgbClr val="B8CBD2"/>
                </a:solidFill>
              </a:defRPr>
            </a:lvl4pPr>
            <a:lvl5pPr>
              <a:defRPr sz="1050" b="0">
                <a:solidFill>
                  <a:srgbClr val="B8CBD2"/>
                </a:solidFill>
              </a:defRPr>
            </a:lvl5pPr>
            <a:lvl6pPr>
              <a:defRPr sz="1050" b="0">
                <a:solidFill>
                  <a:srgbClr val="B8CBD2"/>
                </a:solidFill>
              </a:defRPr>
            </a:lvl6pPr>
            <a:lvl7pPr>
              <a:defRPr sz="1050" b="0">
                <a:solidFill>
                  <a:srgbClr val="B8CBD2"/>
                </a:solidFill>
              </a:defRPr>
            </a:lvl7pPr>
            <a:lvl8pPr>
              <a:defRPr sz="1050" b="0">
                <a:solidFill>
                  <a:srgbClr val="B8CBD2"/>
                </a:solidFill>
              </a:defRPr>
            </a:lvl8pPr>
            <a:lvl9pPr>
              <a:defRPr sz="1050" b="0">
                <a:solidFill>
                  <a:srgbClr val="B8CBD2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8CBD2"/>
                </a:solidFill>
              </a:defRPr>
            </a:pPr>
            <a:r>
              <a:rPr sz="1050" b="0">
                <a:solidFill>
                  <a:srgbClr val="B8CBD2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9DDAD-CE18-4203-8EDD-26FC5396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BD2"/>
                </a:solidFill>
              </a:defRPr>
            </a:defPPr>
            <a:lvl1pPr>
              <a:defRPr sz="1200" b="0">
                <a:solidFill>
                  <a:srgbClr val="B8CBD2"/>
                </a:solidFill>
              </a:defRPr>
            </a:lvl1pPr>
            <a:lvl2pPr>
              <a:defRPr sz="1200" b="0">
                <a:solidFill>
                  <a:srgbClr val="B8CBD2"/>
                </a:solidFill>
              </a:defRPr>
            </a:lvl2pPr>
            <a:lvl3pPr>
              <a:defRPr sz="1200" b="0">
                <a:solidFill>
                  <a:srgbClr val="B8CBD2"/>
                </a:solidFill>
              </a:defRPr>
            </a:lvl3pPr>
            <a:lvl4pPr>
              <a:defRPr sz="1200" b="0">
                <a:solidFill>
                  <a:srgbClr val="B8CBD2"/>
                </a:solidFill>
              </a:defRPr>
            </a:lvl4pPr>
            <a:lvl5pPr>
              <a:defRPr sz="1200" b="0">
                <a:solidFill>
                  <a:srgbClr val="B8CBD2"/>
                </a:solidFill>
              </a:defRPr>
            </a:lvl5pPr>
            <a:lvl6pPr>
              <a:defRPr sz="1200" b="0">
                <a:solidFill>
                  <a:srgbClr val="B8CBD2"/>
                </a:solidFill>
              </a:defRPr>
            </a:lvl6pPr>
            <a:lvl7pPr>
              <a:defRPr sz="1200" b="0">
                <a:solidFill>
                  <a:srgbClr val="B8CBD2"/>
                </a:solidFill>
              </a:defRPr>
            </a:lvl7pPr>
            <a:lvl8pPr>
              <a:defRPr sz="1200" b="0">
                <a:solidFill>
                  <a:srgbClr val="B8CBD2"/>
                </a:solidFill>
              </a:defRPr>
            </a:lvl8pPr>
            <a:lvl9pPr>
              <a:defRPr sz="1200" b="0">
                <a:solidFill>
                  <a:srgbClr val="B8CBD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BD2"/>
                </a:solidFill>
              </a:defRPr>
            </a:pPr>
            <a:r>
              <a:rPr sz="1200" b="0">
                <a:solidFill>
                  <a:srgbClr val="B8CBD2"/>
                </a:solidFill>
              </a:rPr>
              <a:t>01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041C5-80EA-4057-A456-33E0C8FE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B8CBD2"/>
                </a:solidFill>
              </a:defRPr>
            </a:defPPr>
            <a:lvl1pPr>
              <a:defRPr sz="2175" b="0">
                <a:solidFill>
                  <a:srgbClr val="B8CBD2"/>
                </a:solidFill>
              </a:defRPr>
            </a:lvl1pPr>
            <a:lvl2pPr>
              <a:defRPr sz="2175" b="0">
                <a:solidFill>
                  <a:srgbClr val="B8CBD2"/>
                </a:solidFill>
              </a:defRPr>
            </a:lvl2pPr>
            <a:lvl3pPr>
              <a:defRPr sz="2175" b="0">
                <a:solidFill>
                  <a:srgbClr val="B8CBD2"/>
                </a:solidFill>
              </a:defRPr>
            </a:lvl3pPr>
            <a:lvl4pPr>
              <a:defRPr sz="2175" b="0">
                <a:solidFill>
                  <a:srgbClr val="B8CBD2"/>
                </a:solidFill>
              </a:defRPr>
            </a:lvl4pPr>
            <a:lvl5pPr>
              <a:defRPr sz="2175" b="0">
                <a:solidFill>
                  <a:srgbClr val="B8CBD2"/>
                </a:solidFill>
              </a:defRPr>
            </a:lvl5pPr>
            <a:lvl6pPr>
              <a:defRPr sz="2175" b="0">
                <a:solidFill>
                  <a:srgbClr val="B8CBD2"/>
                </a:solidFill>
              </a:defRPr>
            </a:lvl6pPr>
            <a:lvl7pPr>
              <a:defRPr sz="2175" b="0">
                <a:solidFill>
                  <a:srgbClr val="B8CBD2"/>
                </a:solidFill>
              </a:defRPr>
            </a:lvl7pPr>
            <a:lvl8pPr>
              <a:defRPr sz="2175" b="0">
                <a:solidFill>
                  <a:srgbClr val="B8CBD2"/>
                </a:solidFill>
              </a:defRPr>
            </a:lvl8pPr>
            <a:lvl9pPr>
              <a:defRPr sz="2175" b="0">
                <a:solidFill>
                  <a:srgbClr val="B8CBD2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CBD2"/>
                </a:solidFill>
              </a:defRPr>
            </a:pPr>
            <a:r>
              <a:rPr sz="2175" b="0">
                <a:solidFill>
                  <a:srgbClr val="B8CBD2"/>
                </a:solidFill>
              </a:rPr>
              <a:t>Robot belgilangan nuqtalarga qanday harakat qiladi?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7B5AE-D26E-4679-A63E-C8832886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2333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D4351"/>
          </a:solidFill>
          <a:ln xmlns:a="http://schemas.openxmlformats.org/drawingml/2006/main" w="14288">
            <a:solidFill>
              <a:srgbClr val="3D6B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0BBAC-797F-4CE9-A1ED-12747F5A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195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3F7F6"/>
                </a:solidFill>
              </a:defRPr>
            </a:defPPr>
            <a:lvl1pPr>
              <a:defRPr sz="1800" b="0">
                <a:solidFill>
                  <a:srgbClr val="F3F7F6"/>
                </a:solidFill>
              </a:defRPr>
            </a:lvl1pPr>
            <a:lvl2pPr>
              <a:defRPr sz="1800" b="0">
                <a:solidFill>
                  <a:srgbClr val="F3F7F6"/>
                </a:solidFill>
              </a:defRPr>
            </a:lvl2pPr>
            <a:lvl3pPr>
              <a:defRPr sz="1800" b="0">
                <a:solidFill>
                  <a:srgbClr val="F3F7F6"/>
                </a:solidFill>
              </a:defRPr>
            </a:lvl3pPr>
            <a:lvl4pPr>
              <a:defRPr sz="1800" b="0">
                <a:solidFill>
                  <a:srgbClr val="F3F7F6"/>
                </a:solidFill>
              </a:defRPr>
            </a:lvl4pPr>
            <a:lvl5pPr>
              <a:defRPr sz="1800" b="0">
                <a:solidFill>
                  <a:srgbClr val="F3F7F6"/>
                </a:solidFill>
              </a:defRPr>
            </a:lvl5pPr>
            <a:lvl6pPr>
              <a:defRPr sz="1800" b="0">
                <a:solidFill>
                  <a:srgbClr val="F3F7F6"/>
                </a:solidFill>
              </a:defRPr>
            </a:lvl6pPr>
            <a:lvl7pPr>
              <a:defRPr sz="1800" b="0">
                <a:solidFill>
                  <a:srgbClr val="F3F7F6"/>
                </a:solidFill>
              </a:defRPr>
            </a:lvl7pPr>
            <a:lvl8pPr>
              <a:defRPr sz="1800" b="0">
                <a:solidFill>
                  <a:srgbClr val="F3F7F6"/>
                </a:solidFill>
              </a:defRPr>
            </a:lvl8pPr>
            <a:lvl9pPr>
              <a:defRPr sz="1800" b="0">
                <a:solidFill>
                  <a:srgbClr val="F3F7F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3F7F6"/>
                </a:solidFill>
              </a:defRPr>
            </a:pPr>
            <a:r>
              <a:rPr sz="1800" b="0">
                <a:solidFill>
                  <a:srgbClr val="F3F7F6"/>
                </a:solidFill>
              </a:rPr>
              <a:t>DASTUR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ABC81-60BD-427D-A801-07268F2E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857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ED555-1116-4253-A050-9960068D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D4351"/>
          </a:solidFill>
          <a:ln xmlns:a="http://schemas.openxmlformats.org/drawingml/2006/main" w="14288">
            <a:solidFill>
              <a:srgbClr val="3D6B7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29116-13D9-49EA-A06A-25D5B530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955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3F7F6"/>
                </a:solidFill>
              </a:defRPr>
            </a:defPPr>
            <a:lvl1pPr>
              <a:defRPr sz="1800" b="0">
                <a:solidFill>
                  <a:srgbClr val="F3F7F6"/>
                </a:solidFill>
              </a:defRPr>
            </a:lvl1pPr>
            <a:lvl2pPr>
              <a:defRPr sz="1800" b="0">
                <a:solidFill>
                  <a:srgbClr val="F3F7F6"/>
                </a:solidFill>
              </a:defRPr>
            </a:lvl2pPr>
            <a:lvl3pPr>
              <a:defRPr sz="1800" b="0">
                <a:solidFill>
                  <a:srgbClr val="F3F7F6"/>
                </a:solidFill>
              </a:defRPr>
            </a:lvl3pPr>
            <a:lvl4pPr>
              <a:defRPr sz="1800" b="0">
                <a:solidFill>
                  <a:srgbClr val="F3F7F6"/>
                </a:solidFill>
              </a:defRPr>
            </a:lvl4pPr>
            <a:lvl5pPr>
              <a:defRPr sz="1800" b="0">
                <a:solidFill>
                  <a:srgbClr val="F3F7F6"/>
                </a:solidFill>
              </a:defRPr>
            </a:lvl5pPr>
            <a:lvl6pPr>
              <a:defRPr sz="1800" b="0">
                <a:solidFill>
                  <a:srgbClr val="F3F7F6"/>
                </a:solidFill>
              </a:defRPr>
            </a:lvl6pPr>
            <a:lvl7pPr>
              <a:defRPr sz="1800" b="0">
                <a:solidFill>
                  <a:srgbClr val="F3F7F6"/>
                </a:solidFill>
              </a:defRPr>
            </a:lvl7pPr>
            <a:lvl8pPr>
              <a:defRPr sz="1800" b="0">
                <a:solidFill>
                  <a:srgbClr val="F3F7F6"/>
                </a:solidFill>
              </a:defRPr>
            </a:lvl8pPr>
            <a:lvl9pPr>
              <a:defRPr sz="1800" b="0">
                <a:solidFill>
                  <a:srgbClr val="F3F7F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3F7F6"/>
                </a:solidFill>
              </a:defRPr>
            </a:pPr>
            <a:r>
              <a:rPr sz="1800" b="0">
                <a:solidFill>
                  <a:srgbClr val="F3F7F6"/>
                </a:solidFill>
              </a:rPr>
              <a:t>BOSHQARUVCHI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ACD5B-5062-43A4-AD12-6298E62D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71950"/>
            <a:ext cx="857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C16F6-E2F1-4B46-B4E3-409B67DB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2333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D4351"/>
          </a:solidFill>
          <a:ln xmlns:a="http://schemas.openxmlformats.org/drawingml/2006/main" w="14288">
            <a:solidFill>
              <a:srgbClr val="3D6B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77E9B-8DDE-4BA4-8929-20B14529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3F7F6"/>
                </a:solidFill>
              </a:defRPr>
            </a:defPPr>
            <a:lvl1pPr>
              <a:defRPr sz="1800" b="0">
                <a:solidFill>
                  <a:srgbClr val="F3F7F6"/>
                </a:solidFill>
              </a:defRPr>
            </a:lvl1pPr>
            <a:lvl2pPr>
              <a:defRPr sz="1800" b="0">
                <a:solidFill>
                  <a:srgbClr val="F3F7F6"/>
                </a:solidFill>
              </a:defRPr>
            </a:lvl2pPr>
            <a:lvl3pPr>
              <a:defRPr sz="1800" b="0">
                <a:solidFill>
                  <a:srgbClr val="F3F7F6"/>
                </a:solidFill>
              </a:defRPr>
            </a:lvl3pPr>
            <a:lvl4pPr>
              <a:defRPr sz="1800" b="0">
                <a:solidFill>
                  <a:srgbClr val="F3F7F6"/>
                </a:solidFill>
              </a:defRPr>
            </a:lvl4pPr>
            <a:lvl5pPr>
              <a:defRPr sz="1800" b="0">
                <a:solidFill>
                  <a:srgbClr val="F3F7F6"/>
                </a:solidFill>
              </a:defRPr>
            </a:lvl5pPr>
            <a:lvl6pPr>
              <a:defRPr sz="1800" b="0">
                <a:solidFill>
                  <a:srgbClr val="F3F7F6"/>
                </a:solidFill>
              </a:defRPr>
            </a:lvl6pPr>
            <a:lvl7pPr>
              <a:defRPr sz="1800" b="0">
                <a:solidFill>
                  <a:srgbClr val="F3F7F6"/>
                </a:solidFill>
              </a:defRPr>
            </a:lvl7pPr>
            <a:lvl8pPr>
              <a:defRPr sz="1800" b="0">
                <a:solidFill>
                  <a:srgbClr val="F3F7F6"/>
                </a:solidFill>
              </a:defRPr>
            </a:lvl8pPr>
            <a:lvl9pPr>
              <a:defRPr sz="1800" b="0">
                <a:solidFill>
                  <a:srgbClr val="F3F7F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3F7F6"/>
                </a:solidFill>
              </a:defRPr>
            </a:pPr>
            <a:r>
              <a:rPr sz="1800" b="0">
                <a:solidFill>
                  <a:srgbClr val="F3F7F6"/>
                </a:solidFill>
              </a:rPr>
              <a:t>ROBOT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8479B-9227-4A0C-B135-0F67901E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67D9C5"/>
                </a:solidFill>
              </a:defRPr>
            </a:defPPr>
            <a:lvl1pPr>
              <a:defRPr sz="2175" b="1">
                <a:solidFill>
                  <a:srgbClr val="67D9C5"/>
                </a:solidFill>
              </a:defRPr>
            </a:lvl1pPr>
            <a:lvl2pPr>
              <a:defRPr sz="2175" b="1">
                <a:solidFill>
                  <a:srgbClr val="67D9C5"/>
                </a:solidFill>
              </a:defRPr>
            </a:lvl2pPr>
            <a:lvl3pPr>
              <a:defRPr sz="2175" b="1">
                <a:solidFill>
                  <a:srgbClr val="67D9C5"/>
                </a:solidFill>
              </a:defRPr>
            </a:lvl3pPr>
            <a:lvl4pPr>
              <a:defRPr sz="2175" b="1">
                <a:solidFill>
                  <a:srgbClr val="67D9C5"/>
                </a:solidFill>
              </a:defRPr>
            </a:lvl4pPr>
            <a:lvl5pPr>
              <a:defRPr sz="2175" b="1">
                <a:solidFill>
                  <a:srgbClr val="67D9C5"/>
                </a:solidFill>
              </a:defRPr>
            </a:lvl5pPr>
            <a:lvl6pPr>
              <a:defRPr sz="2175" b="1">
                <a:solidFill>
                  <a:srgbClr val="67D9C5"/>
                </a:solidFill>
              </a:defRPr>
            </a:lvl6pPr>
            <a:lvl7pPr>
              <a:defRPr sz="2175" b="1">
                <a:solidFill>
                  <a:srgbClr val="67D9C5"/>
                </a:solidFill>
              </a:defRPr>
            </a:lvl7pPr>
            <a:lvl8pPr>
              <a:defRPr sz="2175" b="1">
                <a:solidFill>
                  <a:srgbClr val="67D9C5"/>
                </a:solidFill>
              </a:defRPr>
            </a:lvl8pPr>
            <a:lvl9pPr>
              <a:defRPr sz="2175" b="1">
                <a:solidFill>
                  <a:srgbClr val="67D9C5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D9C5"/>
                </a:solidFill>
              </a:defRPr>
            </a:pPr>
            <a:r>
              <a:rPr sz="2175" b="1">
                <a:solidFill>
                  <a:srgbClr val="67D9C5"/>
                </a:solidFill>
              </a:rPr>
              <a:t>Dasturdagi har bir nuqta ish siklining bir bosqichini belgilaydi</a:t>
            </a:r>
          </a:p>
        </p:txBody>
      </p:sp>
    </p:spTree>
    <p:extLst>
      <p:ext uri="{BB962C8B-B14F-4D97-AF65-F5344CB8AC3E}">
        <p14:creationId xmlns:p14="http://schemas.microsoft.com/office/powerpoint/2010/main" val="768864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0181F-83D7-49FF-AFB0-41523E20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MAVZU TARKIBI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271F5-A37C-4844-9A27-00D2B8DA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Taqdimot rejasi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322D2-6158-435F-9DF7-33997D1A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961AD-C5B3-455E-9CB1-491A83A8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4160F-666A-4442-9465-46518BA4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02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CE817-D501-43A5-8C85-2A8F6D9C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F75"/>
                </a:solidFill>
              </a:defRPr>
            </a:defPPr>
            <a:lvl1pPr>
              <a:defRPr sz="2400" b="1">
                <a:solidFill>
                  <a:srgbClr val="087F75"/>
                </a:solidFill>
              </a:defRPr>
            </a:lvl1pPr>
            <a:lvl2pPr>
              <a:defRPr sz="2400" b="1">
                <a:solidFill>
                  <a:srgbClr val="087F75"/>
                </a:solidFill>
              </a:defRPr>
            </a:lvl2pPr>
            <a:lvl3pPr>
              <a:defRPr sz="2400" b="1">
                <a:solidFill>
                  <a:srgbClr val="087F75"/>
                </a:solidFill>
              </a:defRPr>
            </a:lvl3pPr>
            <a:lvl4pPr>
              <a:defRPr sz="2400" b="1">
                <a:solidFill>
                  <a:srgbClr val="087F75"/>
                </a:solidFill>
              </a:defRPr>
            </a:lvl4pPr>
            <a:lvl5pPr>
              <a:defRPr sz="2400" b="1">
                <a:solidFill>
                  <a:srgbClr val="087F75"/>
                </a:solidFill>
              </a:defRPr>
            </a:lvl5pPr>
            <a:lvl6pPr>
              <a:defRPr sz="2400" b="1">
                <a:solidFill>
                  <a:srgbClr val="087F75"/>
                </a:solidFill>
              </a:defRPr>
            </a:lvl6pPr>
            <a:lvl7pPr>
              <a:defRPr sz="2400" b="1">
                <a:solidFill>
                  <a:srgbClr val="087F75"/>
                </a:solidFill>
              </a:defRPr>
            </a:lvl7pPr>
            <a:lvl8pPr>
              <a:defRPr sz="2400" b="1">
                <a:solidFill>
                  <a:srgbClr val="087F75"/>
                </a:solidFill>
              </a:defRPr>
            </a:lvl8pPr>
            <a:lvl9pPr>
              <a:defRPr sz="24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75"/>
                </a:solidFill>
              </a:defRPr>
            </a:pPr>
            <a:r>
              <a:rPr sz="2400" b="1">
                <a:solidFill>
                  <a:srgbClr val="087F7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77D6D-55DA-4423-9475-B7FC193F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2D3A"/>
                </a:solidFill>
              </a:defRPr>
            </a:defPPr>
            <a:lvl1pPr>
              <a:defRPr sz="2325" b="1">
                <a:solidFill>
                  <a:srgbClr val="162D3A"/>
                </a:solidFill>
              </a:defRPr>
            </a:lvl1pPr>
            <a:lvl2pPr>
              <a:defRPr sz="2325" b="1">
                <a:solidFill>
                  <a:srgbClr val="162D3A"/>
                </a:solidFill>
              </a:defRPr>
            </a:lvl2pPr>
            <a:lvl3pPr>
              <a:defRPr sz="2325" b="1">
                <a:solidFill>
                  <a:srgbClr val="162D3A"/>
                </a:solidFill>
              </a:defRPr>
            </a:lvl3pPr>
            <a:lvl4pPr>
              <a:defRPr sz="2325" b="1">
                <a:solidFill>
                  <a:srgbClr val="162D3A"/>
                </a:solidFill>
              </a:defRPr>
            </a:lvl4pPr>
            <a:lvl5pPr>
              <a:defRPr sz="2325" b="1">
                <a:solidFill>
                  <a:srgbClr val="162D3A"/>
                </a:solidFill>
              </a:defRPr>
            </a:lvl5pPr>
            <a:lvl6pPr>
              <a:defRPr sz="2325" b="1">
                <a:solidFill>
                  <a:srgbClr val="162D3A"/>
                </a:solidFill>
              </a:defRPr>
            </a:lvl6pPr>
            <a:lvl7pPr>
              <a:defRPr sz="2325" b="1">
                <a:solidFill>
                  <a:srgbClr val="162D3A"/>
                </a:solidFill>
              </a:defRPr>
            </a:lvl7pPr>
            <a:lvl8pPr>
              <a:defRPr sz="2325" b="1">
                <a:solidFill>
                  <a:srgbClr val="162D3A"/>
                </a:solidFill>
              </a:defRPr>
            </a:lvl8pPr>
            <a:lvl9pPr>
              <a:defRPr sz="2325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D3A"/>
                </a:solidFill>
              </a:defRPr>
            </a:pPr>
            <a:r>
              <a:rPr sz="2325" b="1">
                <a:solidFill>
                  <a:srgbClr val="162D3A"/>
                </a:solidFill>
              </a:rPr>
              <a:t>Asosiy tushunchalar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23C26-5409-4007-B465-CBD41260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0717B"/>
                </a:solidFill>
              </a:defRPr>
            </a:defPPr>
            <a:lvl1pPr>
              <a:defRPr sz="1875" b="0">
                <a:solidFill>
                  <a:srgbClr val="60717B"/>
                </a:solidFill>
              </a:defRPr>
            </a:lvl1pPr>
            <a:lvl2pPr>
              <a:defRPr sz="1875" b="0">
                <a:solidFill>
                  <a:srgbClr val="60717B"/>
                </a:solidFill>
              </a:defRPr>
            </a:lvl2pPr>
            <a:lvl3pPr>
              <a:defRPr sz="1875" b="0">
                <a:solidFill>
                  <a:srgbClr val="60717B"/>
                </a:solidFill>
              </a:defRPr>
            </a:lvl3pPr>
            <a:lvl4pPr>
              <a:defRPr sz="1875" b="0">
                <a:solidFill>
                  <a:srgbClr val="60717B"/>
                </a:solidFill>
              </a:defRPr>
            </a:lvl4pPr>
            <a:lvl5pPr>
              <a:defRPr sz="1875" b="0">
                <a:solidFill>
                  <a:srgbClr val="60717B"/>
                </a:solidFill>
              </a:defRPr>
            </a:lvl5pPr>
            <a:lvl6pPr>
              <a:defRPr sz="1875" b="0">
                <a:solidFill>
                  <a:srgbClr val="60717B"/>
                </a:solidFill>
              </a:defRPr>
            </a:lvl6pPr>
            <a:lvl7pPr>
              <a:defRPr sz="1875" b="0">
                <a:solidFill>
                  <a:srgbClr val="60717B"/>
                </a:solidFill>
              </a:defRPr>
            </a:lvl7pPr>
            <a:lvl8pPr>
              <a:defRPr sz="1875" b="0">
                <a:solidFill>
                  <a:srgbClr val="60717B"/>
                </a:solidFill>
              </a:defRPr>
            </a:lvl8pPr>
            <a:lvl9pPr>
              <a:defRPr sz="1875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17B"/>
                </a:solidFill>
              </a:defRPr>
            </a:pPr>
            <a:r>
              <a:rPr sz="1875" b="0">
                <a:solidFill>
                  <a:srgbClr val="60717B"/>
                </a:solidFill>
              </a:rPr>
              <a:t>Diskret, pozitsion va kontur boshqaruvi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294EF-A9A7-4207-BF7F-C20D8AC5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76375" y="2543175"/>
            <a:ext cx="9953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62759-E032-451C-930C-D3A48D67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F75"/>
                </a:solidFill>
              </a:defRPr>
            </a:defPPr>
            <a:lvl1pPr>
              <a:defRPr sz="2400" b="1">
                <a:solidFill>
                  <a:srgbClr val="087F75"/>
                </a:solidFill>
              </a:defRPr>
            </a:lvl1pPr>
            <a:lvl2pPr>
              <a:defRPr sz="2400" b="1">
                <a:solidFill>
                  <a:srgbClr val="087F75"/>
                </a:solidFill>
              </a:defRPr>
            </a:lvl2pPr>
            <a:lvl3pPr>
              <a:defRPr sz="2400" b="1">
                <a:solidFill>
                  <a:srgbClr val="087F75"/>
                </a:solidFill>
              </a:defRPr>
            </a:lvl3pPr>
            <a:lvl4pPr>
              <a:defRPr sz="2400" b="1">
                <a:solidFill>
                  <a:srgbClr val="087F75"/>
                </a:solidFill>
              </a:defRPr>
            </a:lvl4pPr>
            <a:lvl5pPr>
              <a:defRPr sz="2400" b="1">
                <a:solidFill>
                  <a:srgbClr val="087F75"/>
                </a:solidFill>
              </a:defRPr>
            </a:lvl5pPr>
            <a:lvl6pPr>
              <a:defRPr sz="2400" b="1">
                <a:solidFill>
                  <a:srgbClr val="087F75"/>
                </a:solidFill>
              </a:defRPr>
            </a:lvl6pPr>
            <a:lvl7pPr>
              <a:defRPr sz="2400" b="1">
                <a:solidFill>
                  <a:srgbClr val="087F75"/>
                </a:solidFill>
              </a:defRPr>
            </a:lvl7pPr>
            <a:lvl8pPr>
              <a:defRPr sz="2400" b="1">
                <a:solidFill>
                  <a:srgbClr val="087F75"/>
                </a:solidFill>
              </a:defRPr>
            </a:lvl8pPr>
            <a:lvl9pPr>
              <a:defRPr sz="24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75"/>
                </a:solidFill>
              </a:defRPr>
            </a:pPr>
            <a:r>
              <a:rPr sz="2400" b="1">
                <a:solidFill>
                  <a:srgbClr val="087F7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54122-7222-4996-AFE9-703A39E7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336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2D3A"/>
                </a:solidFill>
              </a:defRPr>
            </a:defPPr>
            <a:lvl1pPr>
              <a:defRPr sz="2325" b="1">
                <a:solidFill>
                  <a:srgbClr val="162D3A"/>
                </a:solidFill>
              </a:defRPr>
            </a:lvl1pPr>
            <a:lvl2pPr>
              <a:defRPr sz="2325" b="1">
                <a:solidFill>
                  <a:srgbClr val="162D3A"/>
                </a:solidFill>
              </a:defRPr>
            </a:lvl2pPr>
            <a:lvl3pPr>
              <a:defRPr sz="2325" b="1">
                <a:solidFill>
                  <a:srgbClr val="162D3A"/>
                </a:solidFill>
              </a:defRPr>
            </a:lvl3pPr>
            <a:lvl4pPr>
              <a:defRPr sz="2325" b="1">
                <a:solidFill>
                  <a:srgbClr val="162D3A"/>
                </a:solidFill>
              </a:defRPr>
            </a:lvl4pPr>
            <a:lvl5pPr>
              <a:defRPr sz="2325" b="1">
                <a:solidFill>
                  <a:srgbClr val="162D3A"/>
                </a:solidFill>
              </a:defRPr>
            </a:lvl5pPr>
            <a:lvl6pPr>
              <a:defRPr sz="2325" b="1">
                <a:solidFill>
                  <a:srgbClr val="162D3A"/>
                </a:solidFill>
              </a:defRPr>
            </a:lvl6pPr>
            <a:lvl7pPr>
              <a:defRPr sz="2325" b="1">
                <a:solidFill>
                  <a:srgbClr val="162D3A"/>
                </a:solidFill>
              </a:defRPr>
            </a:lvl7pPr>
            <a:lvl8pPr>
              <a:defRPr sz="2325" b="1">
                <a:solidFill>
                  <a:srgbClr val="162D3A"/>
                </a:solidFill>
              </a:defRPr>
            </a:lvl8pPr>
            <a:lvl9pPr>
              <a:defRPr sz="2325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D3A"/>
                </a:solidFill>
              </a:defRPr>
            </a:pPr>
            <a:r>
              <a:rPr sz="2325" b="1">
                <a:solidFill>
                  <a:srgbClr val="162D3A"/>
                </a:solidFill>
              </a:rPr>
              <a:t>Tizimning tuzilishi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6E757-13F4-4259-9378-7B5A0E3A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0717B"/>
                </a:solidFill>
              </a:defRPr>
            </a:defPPr>
            <a:lvl1pPr>
              <a:defRPr sz="1875" b="0">
                <a:solidFill>
                  <a:srgbClr val="60717B"/>
                </a:solidFill>
              </a:defRPr>
            </a:lvl1pPr>
            <a:lvl2pPr>
              <a:defRPr sz="1875" b="0">
                <a:solidFill>
                  <a:srgbClr val="60717B"/>
                </a:solidFill>
              </a:defRPr>
            </a:lvl2pPr>
            <a:lvl3pPr>
              <a:defRPr sz="1875" b="0">
                <a:solidFill>
                  <a:srgbClr val="60717B"/>
                </a:solidFill>
              </a:defRPr>
            </a:lvl3pPr>
            <a:lvl4pPr>
              <a:defRPr sz="1875" b="0">
                <a:solidFill>
                  <a:srgbClr val="60717B"/>
                </a:solidFill>
              </a:defRPr>
            </a:lvl4pPr>
            <a:lvl5pPr>
              <a:defRPr sz="1875" b="0">
                <a:solidFill>
                  <a:srgbClr val="60717B"/>
                </a:solidFill>
              </a:defRPr>
            </a:lvl5pPr>
            <a:lvl6pPr>
              <a:defRPr sz="1875" b="0">
                <a:solidFill>
                  <a:srgbClr val="60717B"/>
                </a:solidFill>
              </a:defRPr>
            </a:lvl6pPr>
            <a:lvl7pPr>
              <a:defRPr sz="1875" b="0">
                <a:solidFill>
                  <a:srgbClr val="60717B"/>
                </a:solidFill>
              </a:defRPr>
            </a:lvl7pPr>
            <a:lvl8pPr>
              <a:defRPr sz="1875" b="0">
                <a:solidFill>
                  <a:srgbClr val="60717B"/>
                </a:solidFill>
              </a:defRPr>
            </a:lvl8pPr>
            <a:lvl9pPr>
              <a:defRPr sz="1875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17B"/>
                </a:solidFill>
              </a:defRPr>
            </a:pPr>
            <a:r>
              <a:rPr sz="1875" b="0">
                <a:solidFill>
                  <a:srgbClr val="60717B"/>
                </a:solidFill>
              </a:rPr>
              <a:t>Kontroller, yuritma va teskari aloqa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6EFD3-C945-404E-9550-2FB446D9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76375" y="3324225"/>
            <a:ext cx="9953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3FEFE-B2C1-4A8C-9355-3B74D358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F75"/>
                </a:solidFill>
              </a:defRPr>
            </a:defPPr>
            <a:lvl1pPr>
              <a:defRPr sz="2400" b="1">
                <a:solidFill>
                  <a:srgbClr val="087F75"/>
                </a:solidFill>
              </a:defRPr>
            </a:lvl1pPr>
            <a:lvl2pPr>
              <a:defRPr sz="2400" b="1">
                <a:solidFill>
                  <a:srgbClr val="087F75"/>
                </a:solidFill>
              </a:defRPr>
            </a:lvl2pPr>
            <a:lvl3pPr>
              <a:defRPr sz="2400" b="1">
                <a:solidFill>
                  <a:srgbClr val="087F75"/>
                </a:solidFill>
              </a:defRPr>
            </a:lvl3pPr>
            <a:lvl4pPr>
              <a:defRPr sz="2400" b="1">
                <a:solidFill>
                  <a:srgbClr val="087F75"/>
                </a:solidFill>
              </a:defRPr>
            </a:lvl4pPr>
            <a:lvl5pPr>
              <a:defRPr sz="2400" b="1">
                <a:solidFill>
                  <a:srgbClr val="087F75"/>
                </a:solidFill>
              </a:defRPr>
            </a:lvl5pPr>
            <a:lvl6pPr>
              <a:defRPr sz="2400" b="1">
                <a:solidFill>
                  <a:srgbClr val="087F75"/>
                </a:solidFill>
              </a:defRPr>
            </a:lvl6pPr>
            <a:lvl7pPr>
              <a:defRPr sz="2400" b="1">
                <a:solidFill>
                  <a:srgbClr val="087F75"/>
                </a:solidFill>
              </a:defRPr>
            </a:lvl7pPr>
            <a:lvl8pPr>
              <a:defRPr sz="2400" b="1">
                <a:solidFill>
                  <a:srgbClr val="087F75"/>
                </a:solidFill>
              </a:defRPr>
            </a:lvl8pPr>
            <a:lvl9pPr>
              <a:defRPr sz="24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75"/>
                </a:solidFill>
              </a:defRPr>
            </a:pPr>
            <a:r>
              <a:rPr sz="2400" b="1">
                <a:solidFill>
                  <a:srgbClr val="087F7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73362-DFC8-431D-9E57-A437EDBE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147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2D3A"/>
                </a:solidFill>
              </a:defRPr>
            </a:defPPr>
            <a:lvl1pPr>
              <a:defRPr sz="2325" b="1">
                <a:solidFill>
                  <a:srgbClr val="162D3A"/>
                </a:solidFill>
              </a:defRPr>
            </a:lvl1pPr>
            <a:lvl2pPr>
              <a:defRPr sz="2325" b="1">
                <a:solidFill>
                  <a:srgbClr val="162D3A"/>
                </a:solidFill>
              </a:defRPr>
            </a:lvl2pPr>
            <a:lvl3pPr>
              <a:defRPr sz="2325" b="1">
                <a:solidFill>
                  <a:srgbClr val="162D3A"/>
                </a:solidFill>
              </a:defRPr>
            </a:lvl3pPr>
            <a:lvl4pPr>
              <a:defRPr sz="2325" b="1">
                <a:solidFill>
                  <a:srgbClr val="162D3A"/>
                </a:solidFill>
              </a:defRPr>
            </a:lvl4pPr>
            <a:lvl5pPr>
              <a:defRPr sz="2325" b="1">
                <a:solidFill>
                  <a:srgbClr val="162D3A"/>
                </a:solidFill>
              </a:defRPr>
            </a:lvl5pPr>
            <a:lvl6pPr>
              <a:defRPr sz="2325" b="1">
                <a:solidFill>
                  <a:srgbClr val="162D3A"/>
                </a:solidFill>
              </a:defRPr>
            </a:lvl6pPr>
            <a:lvl7pPr>
              <a:defRPr sz="2325" b="1">
                <a:solidFill>
                  <a:srgbClr val="162D3A"/>
                </a:solidFill>
              </a:defRPr>
            </a:lvl7pPr>
            <a:lvl8pPr>
              <a:defRPr sz="2325" b="1">
                <a:solidFill>
                  <a:srgbClr val="162D3A"/>
                </a:solidFill>
              </a:defRPr>
            </a:lvl8pPr>
            <a:lvl9pPr>
              <a:defRPr sz="2325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D3A"/>
                </a:solidFill>
              </a:defRPr>
            </a:pPr>
            <a:r>
              <a:rPr sz="2325" b="1">
                <a:solidFill>
                  <a:srgbClr val="162D3A"/>
                </a:solidFill>
              </a:rPr>
              <a:t>Harakatni boshqarish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4F2D7-77B1-4E76-AD0D-6CA9FF18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0717B"/>
                </a:solidFill>
              </a:defRPr>
            </a:defPPr>
            <a:lvl1pPr>
              <a:defRPr sz="1875" b="0">
                <a:solidFill>
                  <a:srgbClr val="60717B"/>
                </a:solidFill>
              </a:defRPr>
            </a:lvl1pPr>
            <a:lvl2pPr>
              <a:defRPr sz="1875" b="0">
                <a:solidFill>
                  <a:srgbClr val="60717B"/>
                </a:solidFill>
              </a:defRPr>
            </a:lvl2pPr>
            <a:lvl3pPr>
              <a:defRPr sz="1875" b="0">
                <a:solidFill>
                  <a:srgbClr val="60717B"/>
                </a:solidFill>
              </a:defRPr>
            </a:lvl3pPr>
            <a:lvl4pPr>
              <a:defRPr sz="1875" b="0">
                <a:solidFill>
                  <a:srgbClr val="60717B"/>
                </a:solidFill>
              </a:defRPr>
            </a:lvl4pPr>
            <a:lvl5pPr>
              <a:defRPr sz="1875" b="0">
                <a:solidFill>
                  <a:srgbClr val="60717B"/>
                </a:solidFill>
              </a:defRPr>
            </a:lvl5pPr>
            <a:lvl6pPr>
              <a:defRPr sz="1875" b="0">
                <a:solidFill>
                  <a:srgbClr val="60717B"/>
                </a:solidFill>
              </a:defRPr>
            </a:lvl6pPr>
            <a:lvl7pPr>
              <a:defRPr sz="1875" b="0">
                <a:solidFill>
                  <a:srgbClr val="60717B"/>
                </a:solidFill>
              </a:defRPr>
            </a:lvl7pPr>
            <a:lvl8pPr>
              <a:defRPr sz="1875" b="0">
                <a:solidFill>
                  <a:srgbClr val="60717B"/>
                </a:solidFill>
              </a:defRPr>
            </a:lvl8pPr>
            <a:lvl9pPr>
              <a:defRPr sz="1875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17B"/>
                </a:solidFill>
              </a:defRPr>
            </a:pPr>
            <a:r>
              <a:rPr sz="1875" b="0">
                <a:solidFill>
                  <a:srgbClr val="60717B"/>
                </a:solidFill>
              </a:rPr>
              <a:t>Pozitsiyalar va tezlik profili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098B6-59E3-40E6-9EB7-BDF33CA2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76375" y="4105275"/>
            <a:ext cx="9953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1F51C-DC5C-4DEB-8253-8FBB2DEF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957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F75"/>
                </a:solidFill>
              </a:defRPr>
            </a:defPPr>
            <a:lvl1pPr>
              <a:defRPr sz="2400" b="1">
                <a:solidFill>
                  <a:srgbClr val="087F75"/>
                </a:solidFill>
              </a:defRPr>
            </a:lvl1pPr>
            <a:lvl2pPr>
              <a:defRPr sz="2400" b="1">
                <a:solidFill>
                  <a:srgbClr val="087F75"/>
                </a:solidFill>
              </a:defRPr>
            </a:lvl2pPr>
            <a:lvl3pPr>
              <a:defRPr sz="2400" b="1">
                <a:solidFill>
                  <a:srgbClr val="087F75"/>
                </a:solidFill>
              </a:defRPr>
            </a:lvl3pPr>
            <a:lvl4pPr>
              <a:defRPr sz="2400" b="1">
                <a:solidFill>
                  <a:srgbClr val="087F75"/>
                </a:solidFill>
              </a:defRPr>
            </a:lvl4pPr>
            <a:lvl5pPr>
              <a:defRPr sz="2400" b="1">
                <a:solidFill>
                  <a:srgbClr val="087F75"/>
                </a:solidFill>
              </a:defRPr>
            </a:lvl5pPr>
            <a:lvl6pPr>
              <a:defRPr sz="2400" b="1">
                <a:solidFill>
                  <a:srgbClr val="087F75"/>
                </a:solidFill>
              </a:defRPr>
            </a:lvl6pPr>
            <a:lvl7pPr>
              <a:defRPr sz="2400" b="1">
                <a:solidFill>
                  <a:srgbClr val="087F75"/>
                </a:solidFill>
              </a:defRPr>
            </a:lvl7pPr>
            <a:lvl8pPr>
              <a:defRPr sz="2400" b="1">
                <a:solidFill>
                  <a:srgbClr val="087F75"/>
                </a:solidFill>
              </a:defRPr>
            </a:lvl8pPr>
            <a:lvl9pPr>
              <a:defRPr sz="24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75"/>
                </a:solidFill>
              </a:defRPr>
            </a:pPr>
            <a:r>
              <a:rPr sz="2400" b="1">
                <a:solidFill>
                  <a:srgbClr val="087F75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AB43A-552A-4ED6-8FCE-5E341975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957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2D3A"/>
                </a:solidFill>
              </a:defRPr>
            </a:defPPr>
            <a:lvl1pPr>
              <a:defRPr sz="2325" b="1">
                <a:solidFill>
                  <a:srgbClr val="162D3A"/>
                </a:solidFill>
              </a:defRPr>
            </a:lvl1pPr>
            <a:lvl2pPr>
              <a:defRPr sz="2325" b="1">
                <a:solidFill>
                  <a:srgbClr val="162D3A"/>
                </a:solidFill>
              </a:defRPr>
            </a:lvl2pPr>
            <a:lvl3pPr>
              <a:defRPr sz="2325" b="1">
                <a:solidFill>
                  <a:srgbClr val="162D3A"/>
                </a:solidFill>
              </a:defRPr>
            </a:lvl3pPr>
            <a:lvl4pPr>
              <a:defRPr sz="2325" b="1">
                <a:solidFill>
                  <a:srgbClr val="162D3A"/>
                </a:solidFill>
              </a:defRPr>
            </a:lvl4pPr>
            <a:lvl5pPr>
              <a:defRPr sz="2325" b="1">
                <a:solidFill>
                  <a:srgbClr val="162D3A"/>
                </a:solidFill>
              </a:defRPr>
            </a:lvl5pPr>
            <a:lvl6pPr>
              <a:defRPr sz="2325" b="1">
                <a:solidFill>
                  <a:srgbClr val="162D3A"/>
                </a:solidFill>
              </a:defRPr>
            </a:lvl6pPr>
            <a:lvl7pPr>
              <a:defRPr sz="2325" b="1">
                <a:solidFill>
                  <a:srgbClr val="162D3A"/>
                </a:solidFill>
              </a:defRPr>
            </a:lvl7pPr>
            <a:lvl8pPr>
              <a:defRPr sz="2325" b="1">
                <a:solidFill>
                  <a:srgbClr val="162D3A"/>
                </a:solidFill>
              </a:defRPr>
            </a:lvl8pPr>
            <a:lvl9pPr>
              <a:defRPr sz="2325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D3A"/>
                </a:solidFill>
              </a:defRPr>
            </a:pPr>
            <a:r>
              <a:rPr sz="2325" b="1">
                <a:solidFill>
                  <a:srgbClr val="162D3A"/>
                </a:solidFill>
              </a:rPr>
              <a:t>Amaliy ish sikli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ED776-F336-4367-9E64-13B42F7E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0717B"/>
                </a:solidFill>
              </a:defRPr>
            </a:defPPr>
            <a:lvl1pPr>
              <a:defRPr sz="1875" b="0">
                <a:solidFill>
                  <a:srgbClr val="60717B"/>
                </a:solidFill>
              </a:defRPr>
            </a:lvl1pPr>
            <a:lvl2pPr>
              <a:defRPr sz="1875" b="0">
                <a:solidFill>
                  <a:srgbClr val="60717B"/>
                </a:solidFill>
              </a:defRPr>
            </a:lvl2pPr>
            <a:lvl3pPr>
              <a:defRPr sz="1875" b="0">
                <a:solidFill>
                  <a:srgbClr val="60717B"/>
                </a:solidFill>
              </a:defRPr>
            </a:lvl3pPr>
            <a:lvl4pPr>
              <a:defRPr sz="1875" b="0">
                <a:solidFill>
                  <a:srgbClr val="60717B"/>
                </a:solidFill>
              </a:defRPr>
            </a:lvl4pPr>
            <a:lvl5pPr>
              <a:defRPr sz="1875" b="0">
                <a:solidFill>
                  <a:srgbClr val="60717B"/>
                </a:solidFill>
              </a:defRPr>
            </a:lvl5pPr>
            <a:lvl6pPr>
              <a:defRPr sz="1875" b="0">
                <a:solidFill>
                  <a:srgbClr val="60717B"/>
                </a:solidFill>
              </a:defRPr>
            </a:lvl6pPr>
            <a:lvl7pPr>
              <a:defRPr sz="1875" b="0">
                <a:solidFill>
                  <a:srgbClr val="60717B"/>
                </a:solidFill>
              </a:defRPr>
            </a:lvl7pPr>
            <a:lvl8pPr>
              <a:defRPr sz="1875" b="0">
                <a:solidFill>
                  <a:srgbClr val="60717B"/>
                </a:solidFill>
              </a:defRPr>
            </a:lvl8pPr>
            <a:lvl9pPr>
              <a:defRPr sz="1875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17B"/>
                </a:solidFill>
              </a:defRPr>
            </a:pPr>
            <a:r>
              <a:rPr sz="1875" b="0">
                <a:solidFill>
                  <a:srgbClr val="60717B"/>
                </a:solidFill>
              </a:rPr>
              <a:t>Detalni olish, ko‘chirish va qo‘yish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F516A-EADE-4A17-A2A9-EA994BDC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76375" y="4886325"/>
            <a:ext cx="9953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54038-BC63-44BE-9960-1C2DC74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768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F75"/>
                </a:solidFill>
              </a:defRPr>
            </a:defPPr>
            <a:lvl1pPr>
              <a:defRPr sz="2400" b="1">
                <a:solidFill>
                  <a:srgbClr val="087F75"/>
                </a:solidFill>
              </a:defRPr>
            </a:lvl1pPr>
            <a:lvl2pPr>
              <a:defRPr sz="2400" b="1">
                <a:solidFill>
                  <a:srgbClr val="087F75"/>
                </a:solidFill>
              </a:defRPr>
            </a:lvl2pPr>
            <a:lvl3pPr>
              <a:defRPr sz="2400" b="1">
                <a:solidFill>
                  <a:srgbClr val="087F75"/>
                </a:solidFill>
              </a:defRPr>
            </a:lvl3pPr>
            <a:lvl4pPr>
              <a:defRPr sz="2400" b="1">
                <a:solidFill>
                  <a:srgbClr val="087F75"/>
                </a:solidFill>
              </a:defRPr>
            </a:lvl4pPr>
            <a:lvl5pPr>
              <a:defRPr sz="2400" b="1">
                <a:solidFill>
                  <a:srgbClr val="087F75"/>
                </a:solidFill>
              </a:defRPr>
            </a:lvl5pPr>
            <a:lvl6pPr>
              <a:defRPr sz="2400" b="1">
                <a:solidFill>
                  <a:srgbClr val="087F75"/>
                </a:solidFill>
              </a:defRPr>
            </a:lvl6pPr>
            <a:lvl7pPr>
              <a:defRPr sz="2400" b="1">
                <a:solidFill>
                  <a:srgbClr val="087F75"/>
                </a:solidFill>
              </a:defRPr>
            </a:lvl7pPr>
            <a:lvl8pPr>
              <a:defRPr sz="2400" b="1">
                <a:solidFill>
                  <a:srgbClr val="087F75"/>
                </a:solidFill>
              </a:defRPr>
            </a:lvl8pPr>
            <a:lvl9pPr>
              <a:defRPr sz="24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75"/>
                </a:solidFill>
              </a:defRPr>
            </a:pPr>
            <a:r>
              <a:rPr sz="2400" b="1">
                <a:solidFill>
                  <a:srgbClr val="087F75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FD7B2-163D-4B2B-ADBE-02F772CE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768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2D3A"/>
                </a:solidFill>
              </a:defRPr>
            </a:defPPr>
            <a:lvl1pPr>
              <a:defRPr sz="2325" b="1">
                <a:solidFill>
                  <a:srgbClr val="162D3A"/>
                </a:solidFill>
              </a:defRPr>
            </a:lvl1pPr>
            <a:lvl2pPr>
              <a:defRPr sz="2325" b="1">
                <a:solidFill>
                  <a:srgbClr val="162D3A"/>
                </a:solidFill>
              </a:defRPr>
            </a:lvl2pPr>
            <a:lvl3pPr>
              <a:defRPr sz="2325" b="1">
                <a:solidFill>
                  <a:srgbClr val="162D3A"/>
                </a:solidFill>
              </a:defRPr>
            </a:lvl3pPr>
            <a:lvl4pPr>
              <a:defRPr sz="2325" b="1">
                <a:solidFill>
                  <a:srgbClr val="162D3A"/>
                </a:solidFill>
              </a:defRPr>
            </a:lvl4pPr>
            <a:lvl5pPr>
              <a:defRPr sz="2325" b="1">
                <a:solidFill>
                  <a:srgbClr val="162D3A"/>
                </a:solidFill>
              </a:defRPr>
            </a:lvl5pPr>
            <a:lvl6pPr>
              <a:defRPr sz="2325" b="1">
                <a:solidFill>
                  <a:srgbClr val="162D3A"/>
                </a:solidFill>
              </a:defRPr>
            </a:lvl6pPr>
            <a:lvl7pPr>
              <a:defRPr sz="2325" b="1">
                <a:solidFill>
                  <a:srgbClr val="162D3A"/>
                </a:solidFill>
              </a:defRPr>
            </a:lvl7pPr>
            <a:lvl8pPr>
              <a:defRPr sz="2325" b="1">
                <a:solidFill>
                  <a:srgbClr val="162D3A"/>
                </a:solidFill>
              </a:defRPr>
            </a:lvl8pPr>
            <a:lvl9pPr>
              <a:defRPr sz="2325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D3A"/>
                </a:solidFill>
              </a:defRPr>
            </a:pPr>
            <a:r>
              <a:rPr sz="2325" b="1">
                <a:solidFill>
                  <a:srgbClr val="162D3A"/>
                </a:solidFill>
              </a:rPr>
              <a:t>Sozlash va baholash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D7C00-4EB2-429E-9629-C43596BA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0717B"/>
                </a:solidFill>
              </a:defRPr>
            </a:defPPr>
            <a:lvl1pPr>
              <a:defRPr sz="1875" b="0">
                <a:solidFill>
                  <a:srgbClr val="60717B"/>
                </a:solidFill>
              </a:defRPr>
            </a:lvl1pPr>
            <a:lvl2pPr>
              <a:defRPr sz="1875" b="0">
                <a:solidFill>
                  <a:srgbClr val="60717B"/>
                </a:solidFill>
              </a:defRPr>
            </a:lvl2pPr>
            <a:lvl3pPr>
              <a:defRPr sz="1875" b="0">
                <a:solidFill>
                  <a:srgbClr val="60717B"/>
                </a:solidFill>
              </a:defRPr>
            </a:lvl3pPr>
            <a:lvl4pPr>
              <a:defRPr sz="1875" b="0">
                <a:solidFill>
                  <a:srgbClr val="60717B"/>
                </a:solidFill>
              </a:defRPr>
            </a:lvl4pPr>
            <a:lvl5pPr>
              <a:defRPr sz="1875" b="0">
                <a:solidFill>
                  <a:srgbClr val="60717B"/>
                </a:solidFill>
              </a:defRPr>
            </a:lvl5pPr>
            <a:lvl6pPr>
              <a:defRPr sz="1875" b="0">
                <a:solidFill>
                  <a:srgbClr val="60717B"/>
                </a:solidFill>
              </a:defRPr>
            </a:lvl6pPr>
            <a:lvl7pPr>
              <a:defRPr sz="1875" b="0">
                <a:solidFill>
                  <a:srgbClr val="60717B"/>
                </a:solidFill>
              </a:defRPr>
            </a:lvl7pPr>
            <a:lvl8pPr>
              <a:defRPr sz="1875" b="0">
                <a:solidFill>
                  <a:srgbClr val="60717B"/>
                </a:solidFill>
              </a:defRPr>
            </a:lvl8pPr>
            <a:lvl9pPr>
              <a:defRPr sz="1875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17B"/>
                </a:solidFill>
              </a:defRPr>
            </a:pPr>
            <a:r>
              <a:rPr sz="1875" b="0">
                <a:solidFill>
                  <a:srgbClr val="60717B"/>
                </a:solidFill>
              </a:rPr>
              <a:t>Dasturlash, afzalliklar va cheklovlar</a:t>
            </a:r>
          </a:p>
        </p:txBody>
      </p:sp>
    </p:spTree>
    <p:extLst>
      <p:ext uri="{BB962C8B-B14F-4D97-AF65-F5344CB8AC3E}">
        <p14:creationId xmlns:p14="http://schemas.microsoft.com/office/powerpoint/2010/main" val="439339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53C20-6C06-41FA-B824-80345570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1A08B-8F05-48F7-829C-7CC15930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Asosiy tushuncha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465A0-4832-4953-B6EE-4BC26D4B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A8411-FDFB-4272-84A2-B4F0628E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493AE-3563-47B7-BD29-9565B5C7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03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4BEC2-9786-414E-986E-B924365D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87F75"/>
                </a:solidFill>
              </a:defRPr>
            </a:defPPr>
            <a:lvl1pPr>
              <a:defRPr sz="1500" b="1">
                <a:solidFill>
                  <a:srgbClr val="087F75"/>
                </a:solidFill>
              </a:defRPr>
            </a:lvl1pPr>
            <a:lvl2pPr>
              <a:defRPr sz="1500" b="1">
                <a:solidFill>
                  <a:srgbClr val="087F75"/>
                </a:solidFill>
              </a:defRPr>
            </a:lvl2pPr>
            <a:lvl3pPr>
              <a:defRPr sz="1500" b="1">
                <a:solidFill>
                  <a:srgbClr val="087F75"/>
                </a:solidFill>
              </a:defRPr>
            </a:lvl3pPr>
            <a:lvl4pPr>
              <a:defRPr sz="1500" b="1">
                <a:solidFill>
                  <a:srgbClr val="087F75"/>
                </a:solidFill>
              </a:defRPr>
            </a:lvl4pPr>
            <a:lvl5pPr>
              <a:defRPr sz="1500" b="1">
                <a:solidFill>
                  <a:srgbClr val="087F75"/>
                </a:solidFill>
              </a:defRPr>
            </a:lvl5pPr>
            <a:lvl6pPr>
              <a:defRPr sz="1500" b="1">
                <a:solidFill>
                  <a:srgbClr val="087F75"/>
                </a:solidFill>
              </a:defRPr>
            </a:lvl6pPr>
            <a:lvl7pPr>
              <a:defRPr sz="1500" b="1">
                <a:solidFill>
                  <a:srgbClr val="087F75"/>
                </a:solidFill>
              </a:defRPr>
            </a:lvl7pPr>
            <a:lvl8pPr>
              <a:defRPr sz="1500" b="1">
                <a:solidFill>
                  <a:srgbClr val="087F75"/>
                </a:solidFill>
              </a:defRPr>
            </a:lvl8pPr>
            <a:lvl9pPr>
              <a:defRPr sz="15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F75"/>
                </a:solidFill>
              </a:defRPr>
            </a:pPr>
            <a:r>
              <a:rPr sz="1500" b="1">
                <a:solidFill>
                  <a:srgbClr val="087F7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7E1E8-A6EE-4B3B-97E0-B6E873EE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952625"/>
            <a:ext cx="4419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Robot dasturda ko‘rsatilgan nuqtalarga navbat bilan boradi.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A5A87-13D1-4F04-96B3-50103627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87F75"/>
                </a:solidFill>
              </a:defRPr>
            </a:defPPr>
            <a:lvl1pPr>
              <a:defRPr sz="1500" b="1">
                <a:solidFill>
                  <a:srgbClr val="087F75"/>
                </a:solidFill>
              </a:defRPr>
            </a:lvl1pPr>
            <a:lvl2pPr>
              <a:defRPr sz="1500" b="1">
                <a:solidFill>
                  <a:srgbClr val="087F75"/>
                </a:solidFill>
              </a:defRPr>
            </a:lvl2pPr>
            <a:lvl3pPr>
              <a:defRPr sz="1500" b="1">
                <a:solidFill>
                  <a:srgbClr val="087F75"/>
                </a:solidFill>
              </a:defRPr>
            </a:lvl3pPr>
            <a:lvl4pPr>
              <a:defRPr sz="1500" b="1">
                <a:solidFill>
                  <a:srgbClr val="087F75"/>
                </a:solidFill>
              </a:defRPr>
            </a:lvl4pPr>
            <a:lvl5pPr>
              <a:defRPr sz="1500" b="1">
                <a:solidFill>
                  <a:srgbClr val="087F75"/>
                </a:solidFill>
              </a:defRPr>
            </a:lvl5pPr>
            <a:lvl6pPr>
              <a:defRPr sz="1500" b="1">
                <a:solidFill>
                  <a:srgbClr val="087F75"/>
                </a:solidFill>
              </a:defRPr>
            </a:lvl6pPr>
            <a:lvl7pPr>
              <a:defRPr sz="1500" b="1">
                <a:solidFill>
                  <a:srgbClr val="087F75"/>
                </a:solidFill>
              </a:defRPr>
            </a:lvl7pPr>
            <a:lvl8pPr>
              <a:defRPr sz="1500" b="1">
                <a:solidFill>
                  <a:srgbClr val="087F75"/>
                </a:solidFill>
              </a:defRPr>
            </a:lvl8pPr>
            <a:lvl9pPr>
              <a:defRPr sz="15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F75"/>
                </a:solidFill>
              </a:defRPr>
            </a:pPr>
            <a:r>
              <a:rPr sz="1500" b="1">
                <a:solidFill>
                  <a:srgbClr val="087F7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62DF6-417B-44AB-87FC-EAB1F4C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33725"/>
            <a:ext cx="4419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Keyingi amal robot kerakli joyga yetgach yoki berilgan shart bajarilgach boshlanadi.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E3803-8A57-439C-BD65-C21DB17B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87F75"/>
                </a:solidFill>
              </a:defRPr>
            </a:defPPr>
            <a:lvl1pPr>
              <a:defRPr sz="1500" b="1">
                <a:solidFill>
                  <a:srgbClr val="087F75"/>
                </a:solidFill>
              </a:defRPr>
            </a:lvl1pPr>
            <a:lvl2pPr>
              <a:defRPr sz="1500" b="1">
                <a:solidFill>
                  <a:srgbClr val="087F75"/>
                </a:solidFill>
              </a:defRPr>
            </a:lvl2pPr>
            <a:lvl3pPr>
              <a:defRPr sz="1500" b="1">
                <a:solidFill>
                  <a:srgbClr val="087F75"/>
                </a:solidFill>
              </a:defRPr>
            </a:lvl3pPr>
            <a:lvl4pPr>
              <a:defRPr sz="1500" b="1">
                <a:solidFill>
                  <a:srgbClr val="087F75"/>
                </a:solidFill>
              </a:defRPr>
            </a:lvl4pPr>
            <a:lvl5pPr>
              <a:defRPr sz="1500" b="1">
                <a:solidFill>
                  <a:srgbClr val="087F75"/>
                </a:solidFill>
              </a:defRPr>
            </a:lvl5pPr>
            <a:lvl6pPr>
              <a:defRPr sz="1500" b="1">
                <a:solidFill>
                  <a:srgbClr val="087F75"/>
                </a:solidFill>
              </a:defRPr>
            </a:lvl6pPr>
            <a:lvl7pPr>
              <a:defRPr sz="1500" b="1">
                <a:solidFill>
                  <a:srgbClr val="087F75"/>
                </a:solidFill>
              </a:defRPr>
            </a:lvl7pPr>
            <a:lvl8pPr>
              <a:defRPr sz="1500" b="1">
                <a:solidFill>
                  <a:srgbClr val="087F75"/>
                </a:solidFill>
              </a:defRPr>
            </a:lvl8pPr>
            <a:lvl9pPr>
              <a:defRPr sz="15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F75"/>
                </a:solidFill>
              </a:defRPr>
            </a:pPr>
            <a:r>
              <a:rPr sz="1500" b="1">
                <a:solidFill>
                  <a:srgbClr val="087F7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C42D3-00C8-4B26-AB6C-7E25190F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14825"/>
            <a:ext cx="4419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“Diskret” so‘zi ish jarayoni alohida bosqichlardan tuzilishini bildiradi.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BEF34-E6B8-44D8-882A-64DB8D82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14288">
            <a:solidFill>
              <a:srgbClr val="087F7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75481-3EF7-43D0-A050-1CBE19EC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F75"/>
                </a:solidFill>
              </a:defRPr>
            </a:defPPr>
            <a:lvl1pPr>
              <a:defRPr sz="1725" b="1">
                <a:solidFill>
                  <a:srgbClr val="087F75"/>
                </a:solidFill>
              </a:defRPr>
            </a:lvl1pPr>
            <a:lvl2pPr>
              <a:defRPr sz="1725" b="1">
                <a:solidFill>
                  <a:srgbClr val="087F75"/>
                </a:solidFill>
              </a:defRPr>
            </a:lvl2pPr>
            <a:lvl3pPr>
              <a:defRPr sz="1725" b="1">
                <a:solidFill>
                  <a:srgbClr val="087F75"/>
                </a:solidFill>
              </a:defRPr>
            </a:lvl3pPr>
            <a:lvl4pPr>
              <a:defRPr sz="1725" b="1">
                <a:solidFill>
                  <a:srgbClr val="087F75"/>
                </a:solidFill>
              </a:defRPr>
            </a:lvl4pPr>
            <a:lvl5pPr>
              <a:defRPr sz="1725" b="1">
                <a:solidFill>
                  <a:srgbClr val="087F75"/>
                </a:solidFill>
              </a:defRPr>
            </a:lvl5pPr>
            <a:lvl6pPr>
              <a:defRPr sz="1725" b="1">
                <a:solidFill>
                  <a:srgbClr val="087F75"/>
                </a:solidFill>
              </a:defRPr>
            </a:lvl6pPr>
            <a:lvl7pPr>
              <a:defRPr sz="1725" b="1">
                <a:solidFill>
                  <a:srgbClr val="087F75"/>
                </a:solidFill>
              </a:defRPr>
            </a:lvl7pPr>
            <a:lvl8pPr>
              <a:defRPr sz="1725" b="1">
                <a:solidFill>
                  <a:srgbClr val="087F75"/>
                </a:solidFill>
              </a:defRPr>
            </a:lvl8pPr>
            <a:lvl9pPr>
              <a:defRPr sz="17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75"/>
                </a:solidFill>
              </a:defRPr>
            </a:pPr>
            <a:r>
              <a:rPr sz="1725" b="1">
                <a:solidFill>
                  <a:srgbClr val="087F75"/>
                </a:solidFill>
              </a:rPr>
              <a:t>P1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5310B-9FDF-4269-8D90-86DDBC16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14288">
            <a:solidFill>
              <a:srgbClr val="087F7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251A5-4B59-42AD-8D62-5C05391C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145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F75"/>
                </a:solidFill>
              </a:defRPr>
            </a:defPPr>
            <a:lvl1pPr>
              <a:defRPr sz="1725" b="1">
                <a:solidFill>
                  <a:srgbClr val="087F75"/>
                </a:solidFill>
              </a:defRPr>
            </a:lvl1pPr>
            <a:lvl2pPr>
              <a:defRPr sz="1725" b="1">
                <a:solidFill>
                  <a:srgbClr val="087F75"/>
                </a:solidFill>
              </a:defRPr>
            </a:lvl2pPr>
            <a:lvl3pPr>
              <a:defRPr sz="1725" b="1">
                <a:solidFill>
                  <a:srgbClr val="087F75"/>
                </a:solidFill>
              </a:defRPr>
            </a:lvl3pPr>
            <a:lvl4pPr>
              <a:defRPr sz="1725" b="1">
                <a:solidFill>
                  <a:srgbClr val="087F75"/>
                </a:solidFill>
              </a:defRPr>
            </a:lvl4pPr>
            <a:lvl5pPr>
              <a:defRPr sz="1725" b="1">
                <a:solidFill>
                  <a:srgbClr val="087F75"/>
                </a:solidFill>
              </a:defRPr>
            </a:lvl5pPr>
            <a:lvl6pPr>
              <a:defRPr sz="1725" b="1">
                <a:solidFill>
                  <a:srgbClr val="087F75"/>
                </a:solidFill>
              </a:defRPr>
            </a:lvl6pPr>
            <a:lvl7pPr>
              <a:defRPr sz="1725" b="1">
                <a:solidFill>
                  <a:srgbClr val="087F75"/>
                </a:solidFill>
              </a:defRPr>
            </a:lvl7pPr>
            <a:lvl8pPr>
              <a:defRPr sz="1725" b="1">
                <a:solidFill>
                  <a:srgbClr val="087F75"/>
                </a:solidFill>
              </a:defRPr>
            </a:lvl8pPr>
            <a:lvl9pPr>
              <a:defRPr sz="17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75"/>
                </a:solidFill>
              </a:defRPr>
            </a:pPr>
            <a:r>
              <a:rPr sz="1725" b="1">
                <a:solidFill>
                  <a:srgbClr val="087F75"/>
                </a:solidFill>
              </a:rPr>
              <a:t>P2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0DF3C-DFF6-46C4-B77D-09E47BD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14288">
            <a:solidFill>
              <a:srgbClr val="087F7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B8912-A7A5-4C8F-B591-E782DD56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385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F75"/>
                </a:solidFill>
              </a:defRPr>
            </a:defPPr>
            <a:lvl1pPr>
              <a:defRPr sz="1725" b="1">
                <a:solidFill>
                  <a:srgbClr val="087F75"/>
                </a:solidFill>
              </a:defRPr>
            </a:lvl1pPr>
            <a:lvl2pPr>
              <a:defRPr sz="1725" b="1">
                <a:solidFill>
                  <a:srgbClr val="087F75"/>
                </a:solidFill>
              </a:defRPr>
            </a:lvl2pPr>
            <a:lvl3pPr>
              <a:defRPr sz="1725" b="1">
                <a:solidFill>
                  <a:srgbClr val="087F75"/>
                </a:solidFill>
              </a:defRPr>
            </a:lvl3pPr>
            <a:lvl4pPr>
              <a:defRPr sz="1725" b="1">
                <a:solidFill>
                  <a:srgbClr val="087F75"/>
                </a:solidFill>
              </a:defRPr>
            </a:lvl4pPr>
            <a:lvl5pPr>
              <a:defRPr sz="1725" b="1">
                <a:solidFill>
                  <a:srgbClr val="087F75"/>
                </a:solidFill>
              </a:defRPr>
            </a:lvl5pPr>
            <a:lvl6pPr>
              <a:defRPr sz="1725" b="1">
                <a:solidFill>
                  <a:srgbClr val="087F75"/>
                </a:solidFill>
              </a:defRPr>
            </a:lvl6pPr>
            <a:lvl7pPr>
              <a:defRPr sz="1725" b="1">
                <a:solidFill>
                  <a:srgbClr val="087F75"/>
                </a:solidFill>
              </a:defRPr>
            </a:lvl7pPr>
            <a:lvl8pPr>
              <a:defRPr sz="1725" b="1">
                <a:solidFill>
                  <a:srgbClr val="087F75"/>
                </a:solidFill>
              </a:defRPr>
            </a:lvl8pPr>
            <a:lvl9pPr>
              <a:defRPr sz="17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75"/>
                </a:solidFill>
              </a:defRPr>
            </a:pPr>
            <a:r>
              <a:rPr sz="1725" b="1">
                <a:solidFill>
                  <a:srgbClr val="087F75"/>
                </a:solidFill>
              </a:rPr>
              <a:t>P3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3DA62-4CEF-4ABC-B927-BEB395BA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81875" y="2714625"/>
            <a:ext cx="13335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677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D487E-4149-4208-BDC3-A1B78A48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01125" y="2714625"/>
            <a:ext cx="15240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677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95D53F-497F-49B5-BD5A-125B6779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0717B"/>
                </a:solidFill>
              </a:defRPr>
            </a:defPPr>
            <a:lvl1pPr>
              <a:defRPr sz="2100" b="0">
                <a:solidFill>
                  <a:srgbClr val="60717B"/>
                </a:solidFill>
              </a:defRPr>
            </a:lvl1pPr>
            <a:lvl2pPr>
              <a:defRPr sz="2100" b="0">
                <a:solidFill>
                  <a:srgbClr val="60717B"/>
                </a:solidFill>
              </a:defRPr>
            </a:lvl2pPr>
            <a:lvl3pPr>
              <a:defRPr sz="2100" b="0">
                <a:solidFill>
                  <a:srgbClr val="60717B"/>
                </a:solidFill>
              </a:defRPr>
            </a:lvl3pPr>
            <a:lvl4pPr>
              <a:defRPr sz="2100" b="0">
                <a:solidFill>
                  <a:srgbClr val="60717B"/>
                </a:solidFill>
              </a:defRPr>
            </a:lvl4pPr>
            <a:lvl5pPr>
              <a:defRPr sz="2100" b="0">
                <a:solidFill>
                  <a:srgbClr val="60717B"/>
                </a:solidFill>
              </a:defRPr>
            </a:lvl5pPr>
            <a:lvl6pPr>
              <a:defRPr sz="2100" b="0">
                <a:solidFill>
                  <a:srgbClr val="60717B"/>
                </a:solidFill>
              </a:defRPr>
            </a:lvl6pPr>
            <a:lvl7pPr>
              <a:defRPr sz="2100" b="0">
                <a:solidFill>
                  <a:srgbClr val="60717B"/>
                </a:solidFill>
              </a:defRPr>
            </a:lvl7pPr>
            <a:lvl8pPr>
              <a:defRPr sz="2100" b="0">
                <a:solidFill>
                  <a:srgbClr val="60717B"/>
                </a:solidFill>
              </a:defRPr>
            </a:lvl8pPr>
            <a:lvl9pPr>
              <a:defRPr sz="21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0717B"/>
                </a:solidFill>
              </a:defRPr>
            </a:pPr>
            <a:r>
              <a:rPr sz="2100" b="0">
                <a:solidFill>
                  <a:srgbClr val="60717B"/>
                </a:solidFill>
              </a:rPr>
              <a:t>Pozitsiyalar orasida robot</a:t>
            </a:r>
          </a:p>
          <a:p xmlns:a="http://schemas.openxmlformats.org/drawingml/2006/main">
            <a:pPr>
              <a:defRPr sz="2100" b="0">
                <a:solidFill>
                  <a:srgbClr val="60717B"/>
                </a:solidFill>
              </a:defRPr>
            </a:pPr>
            <a:r>
              <a:rPr sz="2100" b="0">
                <a:solidFill>
                  <a:srgbClr val="60717B"/>
                </a:solidFill>
              </a:rPr>
              <a:t>uzluksiz harakat qiladi.</a:t>
            </a:r>
          </a:p>
        </p:txBody>
      </p:sp>
    </p:spTree>
    <p:extLst>
      <p:ext uri="{BB962C8B-B14F-4D97-AF65-F5344CB8AC3E}">
        <p14:creationId xmlns:p14="http://schemas.microsoft.com/office/powerpoint/2010/main" val="1368960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37BB7-B617-4B3E-A190-7ED353AE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EB6E9-8C6B-483A-AF9F-8A0AB78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Boshqaruv turlarining farqi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6AABF-ED45-4EF3-9587-336741F7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553BA-C466-4ACC-B647-0A6F3F09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1CDBC-51EE-4EB6-9220-C951590E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04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941CD-916C-4B3E-A272-75825E04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6777"/>
                </a:solidFill>
              </a:defRPr>
            </a:defPPr>
            <a:lvl1pPr>
              <a:defRPr sz="2025" b="1">
                <a:solidFill>
                  <a:srgbClr val="166777"/>
                </a:solidFill>
              </a:defRPr>
            </a:lvl1pPr>
            <a:lvl2pPr>
              <a:defRPr sz="2025" b="1">
                <a:solidFill>
                  <a:srgbClr val="166777"/>
                </a:solidFill>
              </a:defRPr>
            </a:lvl2pPr>
            <a:lvl3pPr>
              <a:defRPr sz="2025" b="1">
                <a:solidFill>
                  <a:srgbClr val="166777"/>
                </a:solidFill>
              </a:defRPr>
            </a:lvl3pPr>
            <a:lvl4pPr>
              <a:defRPr sz="2025" b="1">
                <a:solidFill>
                  <a:srgbClr val="166777"/>
                </a:solidFill>
              </a:defRPr>
            </a:lvl4pPr>
            <a:lvl5pPr>
              <a:defRPr sz="2025" b="1">
                <a:solidFill>
                  <a:srgbClr val="166777"/>
                </a:solidFill>
              </a:defRPr>
            </a:lvl5pPr>
            <a:lvl6pPr>
              <a:defRPr sz="2025" b="1">
                <a:solidFill>
                  <a:srgbClr val="166777"/>
                </a:solidFill>
              </a:defRPr>
            </a:lvl6pPr>
            <a:lvl7pPr>
              <a:defRPr sz="2025" b="1">
                <a:solidFill>
                  <a:srgbClr val="166777"/>
                </a:solidFill>
              </a:defRPr>
            </a:lvl7pPr>
            <a:lvl8pPr>
              <a:defRPr sz="2025" b="1">
                <a:solidFill>
                  <a:srgbClr val="166777"/>
                </a:solidFill>
              </a:defRPr>
            </a:lvl8pPr>
            <a:lvl9pPr>
              <a:defRPr sz="2025" b="1">
                <a:solidFill>
                  <a:srgbClr val="166777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6777"/>
                </a:solidFill>
              </a:defRPr>
            </a:pPr>
            <a:r>
              <a:rPr sz="2025" b="1">
                <a:solidFill>
                  <a:srgbClr val="166777"/>
                </a:solidFill>
              </a:rPr>
              <a:t>Siklli boshqaruv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1C902-0841-4CED-A959-36314448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32861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2D3A"/>
                </a:solidFill>
              </a:defRPr>
            </a:defPPr>
            <a:lvl1pPr>
              <a:defRPr sz="1950" b="0">
                <a:solidFill>
                  <a:srgbClr val="162D3A"/>
                </a:solidFill>
              </a:defRPr>
            </a:lvl1pPr>
            <a:lvl2pPr>
              <a:defRPr sz="1950" b="0">
                <a:solidFill>
                  <a:srgbClr val="162D3A"/>
                </a:solidFill>
              </a:defRPr>
            </a:lvl2pPr>
            <a:lvl3pPr>
              <a:defRPr sz="1950" b="0">
                <a:solidFill>
                  <a:srgbClr val="162D3A"/>
                </a:solidFill>
              </a:defRPr>
            </a:lvl3pPr>
            <a:lvl4pPr>
              <a:defRPr sz="1950" b="0">
                <a:solidFill>
                  <a:srgbClr val="162D3A"/>
                </a:solidFill>
              </a:defRPr>
            </a:lvl4pPr>
            <a:lvl5pPr>
              <a:defRPr sz="1950" b="0">
                <a:solidFill>
                  <a:srgbClr val="162D3A"/>
                </a:solidFill>
              </a:defRPr>
            </a:lvl5pPr>
            <a:lvl6pPr>
              <a:defRPr sz="1950" b="0">
                <a:solidFill>
                  <a:srgbClr val="162D3A"/>
                </a:solidFill>
              </a:defRPr>
            </a:lvl6pPr>
            <a:lvl7pPr>
              <a:defRPr sz="1950" b="0">
                <a:solidFill>
                  <a:srgbClr val="162D3A"/>
                </a:solidFill>
              </a:defRPr>
            </a:lvl7pPr>
            <a:lvl8pPr>
              <a:defRPr sz="1950" b="0">
                <a:solidFill>
                  <a:srgbClr val="162D3A"/>
                </a:solidFill>
              </a:defRPr>
            </a:lvl8pPr>
            <a:lvl9pPr>
              <a:defRPr sz="195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Mexanizm oldindan belgilangan chekka holatlar orasida ishlaydi.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Misol: silindrni uzaytirish va qaytarish.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B3936-FC9F-4FED-8850-FA8AD057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F75"/>
                </a:solidFill>
              </a:defRPr>
            </a:defPPr>
            <a:lvl1pPr>
              <a:defRPr sz="2025" b="1">
                <a:solidFill>
                  <a:srgbClr val="087F75"/>
                </a:solidFill>
              </a:defRPr>
            </a:lvl1pPr>
            <a:lvl2pPr>
              <a:defRPr sz="2025" b="1">
                <a:solidFill>
                  <a:srgbClr val="087F75"/>
                </a:solidFill>
              </a:defRPr>
            </a:lvl2pPr>
            <a:lvl3pPr>
              <a:defRPr sz="2025" b="1">
                <a:solidFill>
                  <a:srgbClr val="087F75"/>
                </a:solidFill>
              </a:defRPr>
            </a:lvl3pPr>
            <a:lvl4pPr>
              <a:defRPr sz="2025" b="1">
                <a:solidFill>
                  <a:srgbClr val="087F75"/>
                </a:solidFill>
              </a:defRPr>
            </a:lvl4pPr>
            <a:lvl5pPr>
              <a:defRPr sz="2025" b="1">
                <a:solidFill>
                  <a:srgbClr val="087F75"/>
                </a:solidFill>
              </a:defRPr>
            </a:lvl5pPr>
            <a:lvl6pPr>
              <a:defRPr sz="2025" b="1">
                <a:solidFill>
                  <a:srgbClr val="087F75"/>
                </a:solidFill>
              </a:defRPr>
            </a:lvl6pPr>
            <a:lvl7pPr>
              <a:defRPr sz="2025" b="1">
                <a:solidFill>
                  <a:srgbClr val="087F75"/>
                </a:solidFill>
              </a:defRPr>
            </a:lvl7pPr>
            <a:lvl8pPr>
              <a:defRPr sz="2025" b="1">
                <a:solidFill>
                  <a:srgbClr val="087F75"/>
                </a:solidFill>
              </a:defRPr>
            </a:lvl8pPr>
            <a:lvl9pPr>
              <a:defRPr sz="20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75"/>
                </a:solidFill>
              </a:defRPr>
            </a:pPr>
            <a:r>
              <a:rPr sz="2025" b="1">
                <a:solidFill>
                  <a:srgbClr val="087F75"/>
                </a:solidFill>
              </a:rPr>
              <a:t>Pozitsion boshqaruv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B1E2C-CAAF-4193-9B15-46F278CA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2861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2D3A"/>
                </a:solidFill>
              </a:defRPr>
            </a:defPPr>
            <a:lvl1pPr>
              <a:defRPr sz="1950" b="0">
                <a:solidFill>
                  <a:srgbClr val="162D3A"/>
                </a:solidFill>
              </a:defRPr>
            </a:lvl1pPr>
            <a:lvl2pPr>
              <a:defRPr sz="1950" b="0">
                <a:solidFill>
                  <a:srgbClr val="162D3A"/>
                </a:solidFill>
              </a:defRPr>
            </a:lvl2pPr>
            <a:lvl3pPr>
              <a:defRPr sz="1950" b="0">
                <a:solidFill>
                  <a:srgbClr val="162D3A"/>
                </a:solidFill>
              </a:defRPr>
            </a:lvl3pPr>
            <a:lvl4pPr>
              <a:defRPr sz="1950" b="0">
                <a:solidFill>
                  <a:srgbClr val="162D3A"/>
                </a:solidFill>
              </a:defRPr>
            </a:lvl4pPr>
            <a:lvl5pPr>
              <a:defRPr sz="1950" b="0">
                <a:solidFill>
                  <a:srgbClr val="162D3A"/>
                </a:solidFill>
              </a:defRPr>
            </a:lvl5pPr>
            <a:lvl6pPr>
              <a:defRPr sz="1950" b="0">
                <a:solidFill>
                  <a:srgbClr val="162D3A"/>
                </a:solidFill>
              </a:defRPr>
            </a:lvl6pPr>
            <a:lvl7pPr>
              <a:defRPr sz="1950" b="0">
                <a:solidFill>
                  <a:srgbClr val="162D3A"/>
                </a:solidFill>
              </a:defRPr>
            </a:lvl7pPr>
            <a:lvl8pPr>
              <a:defRPr sz="1950" b="0">
                <a:solidFill>
                  <a:srgbClr val="162D3A"/>
                </a:solidFill>
              </a:defRPr>
            </a:lvl8pPr>
            <a:lvl9pPr>
              <a:defRPr sz="195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Robot dasturda saqlangan nuqtalarga navbat bilan boradi.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Misol: detalni bir joydan boshqa joyga ko‘chirish.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669D9-F84B-41D1-9E1A-74414142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6777"/>
                </a:solidFill>
              </a:defRPr>
            </a:defPPr>
            <a:lvl1pPr>
              <a:defRPr sz="2025" b="1">
                <a:solidFill>
                  <a:srgbClr val="166777"/>
                </a:solidFill>
              </a:defRPr>
            </a:lvl1pPr>
            <a:lvl2pPr>
              <a:defRPr sz="2025" b="1">
                <a:solidFill>
                  <a:srgbClr val="166777"/>
                </a:solidFill>
              </a:defRPr>
            </a:lvl2pPr>
            <a:lvl3pPr>
              <a:defRPr sz="2025" b="1">
                <a:solidFill>
                  <a:srgbClr val="166777"/>
                </a:solidFill>
              </a:defRPr>
            </a:lvl3pPr>
            <a:lvl4pPr>
              <a:defRPr sz="2025" b="1">
                <a:solidFill>
                  <a:srgbClr val="166777"/>
                </a:solidFill>
              </a:defRPr>
            </a:lvl4pPr>
            <a:lvl5pPr>
              <a:defRPr sz="2025" b="1">
                <a:solidFill>
                  <a:srgbClr val="166777"/>
                </a:solidFill>
              </a:defRPr>
            </a:lvl5pPr>
            <a:lvl6pPr>
              <a:defRPr sz="2025" b="1">
                <a:solidFill>
                  <a:srgbClr val="166777"/>
                </a:solidFill>
              </a:defRPr>
            </a:lvl6pPr>
            <a:lvl7pPr>
              <a:defRPr sz="2025" b="1">
                <a:solidFill>
                  <a:srgbClr val="166777"/>
                </a:solidFill>
              </a:defRPr>
            </a:lvl7pPr>
            <a:lvl8pPr>
              <a:defRPr sz="2025" b="1">
                <a:solidFill>
                  <a:srgbClr val="166777"/>
                </a:solidFill>
              </a:defRPr>
            </a:lvl8pPr>
            <a:lvl9pPr>
              <a:defRPr sz="2025" b="1">
                <a:solidFill>
                  <a:srgbClr val="166777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6777"/>
                </a:solidFill>
              </a:defRPr>
            </a:pPr>
            <a:r>
              <a:rPr sz="2025" b="1">
                <a:solidFill>
                  <a:srgbClr val="166777"/>
                </a:solidFill>
              </a:rPr>
              <a:t>Kontur boshqaruvi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F50F-4185-4A8D-AD23-8BAECC30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32861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2D3A"/>
                </a:solidFill>
              </a:defRPr>
            </a:defPPr>
            <a:lvl1pPr>
              <a:defRPr sz="1950" b="0">
                <a:solidFill>
                  <a:srgbClr val="162D3A"/>
                </a:solidFill>
              </a:defRPr>
            </a:lvl1pPr>
            <a:lvl2pPr>
              <a:defRPr sz="1950" b="0">
                <a:solidFill>
                  <a:srgbClr val="162D3A"/>
                </a:solidFill>
              </a:defRPr>
            </a:lvl2pPr>
            <a:lvl3pPr>
              <a:defRPr sz="1950" b="0">
                <a:solidFill>
                  <a:srgbClr val="162D3A"/>
                </a:solidFill>
              </a:defRPr>
            </a:lvl3pPr>
            <a:lvl4pPr>
              <a:defRPr sz="1950" b="0">
                <a:solidFill>
                  <a:srgbClr val="162D3A"/>
                </a:solidFill>
              </a:defRPr>
            </a:lvl4pPr>
            <a:lvl5pPr>
              <a:defRPr sz="1950" b="0">
                <a:solidFill>
                  <a:srgbClr val="162D3A"/>
                </a:solidFill>
              </a:defRPr>
            </a:lvl5pPr>
            <a:lvl6pPr>
              <a:defRPr sz="1950" b="0">
                <a:solidFill>
                  <a:srgbClr val="162D3A"/>
                </a:solidFill>
              </a:defRPr>
            </a:lvl6pPr>
            <a:lvl7pPr>
              <a:defRPr sz="1950" b="0">
                <a:solidFill>
                  <a:srgbClr val="162D3A"/>
                </a:solidFill>
              </a:defRPr>
            </a:lvl7pPr>
            <a:lvl8pPr>
              <a:defRPr sz="1950" b="0">
                <a:solidFill>
                  <a:srgbClr val="162D3A"/>
                </a:solidFill>
              </a:defRPr>
            </a:lvl8pPr>
            <a:lvl9pPr>
              <a:defRPr sz="195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Asbobning harakati butun yo‘l bo‘ylab boshqariladi.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Misol: yoy bo‘ylab chok hosil qilish.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9A7D0-CF0D-420E-B9DC-5BCE2D6A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87F75"/>
                </a:solidFill>
              </a:defRPr>
            </a:defPPr>
            <a:lvl1pPr>
              <a:defRPr sz="1875" b="1">
                <a:solidFill>
                  <a:srgbClr val="087F75"/>
                </a:solidFill>
              </a:defRPr>
            </a:lvl1pPr>
            <a:lvl2pPr>
              <a:defRPr sz="1875" b="1">
                <a:solidFill>
                  <a:srgbClr val="087F75"/>
                </a:solidFill>
              </a:defRPr>
            </a:lvl2pPr>
            <a:lvl3pPr>
              <a:defRPr sz="1875" b="1">
                <a:solidFill>
                  <a:srgbClr val="087F75"/>
                </a:solidFill>
              </a:defRPr>
            </a:lvl3pPr>
            <a:lvl4pPr>
              <a:defRPr sz="1875" b="1">
                <a:solidFill>
                  <a:srgbClr val="087F75"/>
                </a:solidFill>
              </a:defRPr>
            </a:lvl4pPr>
            <a:lvl5pPr>
              <a:defRPr sz="1875" b="1">
                <a:solidFill>
                  <a:srgbClr val="087F75"/>
                </a:solidFill>
              </a:defRPr>
            </a:lvl5pPr>
            <a:lvl6pPr>
              <a:defRPr sz="1875" b="1">
                <a:solidFill>
                  <a:srgbClr val="087F75"/>
                </a:solidFill>
              </a:defRPr>
            </a:lvl6pPr>
            <a:lvl7pPr>
              <a:defRPr sz="1875" b="1">
                <a:solidFill>
                  <a:srgbClr val="087F75"/>
                </a:solidFill>
              </a:defRPr>
            </a:lvl7pPr>
            <a:lvl8pPr>
              <a:defRPr sz="1875" b="1">
                <a:solidFill>
                  <a:srgbClr val="087F75"/>
                </a:solidFill>
              </a:defRPr>
            </a:lvl8pPr>
            <a:lvl9pPr>
              <a:defRPr sz="187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87F75"/>
                </a:solidFill>
              </a:defRPr>
            </a:pPr>
            <a:r>
              <a:rPr sz="1875" b="1">
                <a:solidFill>
                  <a:srgbClr val="087F75"/>
                </a:solidFill>
              </a:rPr>
              <a:t>Pozitsion boshqaruvda asosiy talab robotning belgilangan nuqtaga yetishidir.</a:t>
            </a:r>
          </a:p>
        </p:txBody>
      </p:sp>
    </p:spTree>
    <p:extLst>
      <p:ext uri="{BB962C8B-B14F-4D97-AF65-F5344CB8AC3E}">
        <p14:creationId xmlns:p14="http://schemas.microsoft.com/office/powerpoint/2010/main" val="1124229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F1625-1755-49FE-967D-A8365016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73787-1F29-43CF-8C16-437AEDFE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Boshqaruv tizimi qanday tuzilgan?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5E9BA-3FAC-4BDA-980D-F462E1BC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A7211-3CFB-4434-B4E4-1D1E753D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5796A-1991-4B42-83A5-14FFBF7D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05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607DD-5EBB-4735-8D79-B0C07014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4B684-F4EB-4E87-8C85-3D7E2E06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86050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Dastur</a:t>
            </a:r>
          </a:p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xotirasi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27F73-1608-46BF-A53E-F25840FF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0512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70EA5-F37E-4B88-B7B0-7D633290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30CB2-8EF5-4386-9B52-A672D708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86050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Kontroller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F66E2-F427-41F6-9316-22C12484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0512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EC2BE-E15D-4130-BC16-23E1B6A2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ABE3E-D885-4433-93AA-C202B7CA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86050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Yuritma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DA1EB-B077-40FA-9C6A-124C443D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0512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27545-D983-4496-A76B-3A4D385E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76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948F9-2CD2-4BAB-8111-0815BDD9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86050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Manipulator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5089D-0075-4DE2-9A05-9A89E9B0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29125"/>
            <a:ext cx="2238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1BC84-CEAA-4626-B482-36D2623D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38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Holat datchiklari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F1DA2-EA89-416A-80FA-15186CD6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82200" y="3524250"/>
            <a:ext cx="95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674C1-4662-4FD4-8A13-82C9582D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72000" y="4810125"/>
            <a:ext cx="428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FD96E-F367-47FA-BCA1-C5143E89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72000" y="3524250"/>
            <a:ext cx="952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76840-CE68-493B-A13F-BF84CF6A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9530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87F75"/>
                </a:solidFill>
              </a:defRPr>
            </a:defPPr>
            <a:lvl1pPr>
              <a:defRPr sz="1875" b="1">
                <a:solidFill>
                  <a:srgbClr val="087F75"/>
                </a:solidFill>
              </a:defRPr>
            </a:lvl1pPr>
            <a:lvl2pPr>
              <a:defRPr sz="1875" b="1">
                <a:solidFill>
                  <a:srgbClr val="087F75"/>
                </a:solidFill>
              </a:defRPr>
            </a:lvl2pPr>
            <a:lvl3pPr>
              <a:defRPr sz="1875" b="1">
                <a:solidFill>
                  <a:srgbClr val="087F75"/>
                </a:solidFill>
              </a:defRPr>
            </a:lvl3pPr>
            <a:lvl4pPr>
              <a:defRPr sz="1875" b="1">
                <a:solidFill>
                  <a:srgbClr val="087F75"/>
                </a:solidFill>
              </a:defRPr>
            </a:lvl4pPr>
            <a:lvl5pPr>
              <a:defRPr sz="1875" b="1">
                <a:solidFill>
                  <a:srgbClr val="087F75"/>
                </a:solidFill>
              </a:defRPr>
            </a:lvl5pPr>
            <a:lvl6pPr>
              <a:defRPr sz="1875" b="1">
                <a:solidFill>
                  <a:srgbClr val="087F75"/>
                </a:solidFill>
              </a:defRPr>
            </a:lvl6pPr>
            <a:lvl7pPr>
              <a:defRPr sz="1875" b="1">
                <a:solidFill>
                  <a:srgbClr val="087F75"/>
                </a:solidFill>
              </a:defRPr>
            </a:lvl7pPr>
            <a:lvl8pPr>
              <a:defRPr sz="1875" b="1">
                <a:solidFill>
                  <a:srgbClr val="087F75"/>
                </a:solidFill>
              </a:defRPr>
            </a:lvl8pPr>
            <a:lvl9pPr>
              <a:defRPr sz="187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87F75"/>
                </a:solidFill>
              </a:defRPr>
            </a:pPr>
            <a:r>
              <a:rPr sz="1875" b="1">
                <a:solidFill>
                  <a:srgbClr val="087F75"/>
                </a:solidFill>
              </a:rPr>
              <a:t>Teskari aloqa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7C086-5F39-40E8-9509-87E2BE93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2D3A"/>
                </a:solidFill>
              </a:defRPr>
            </a:defPPr>
            <a:lvl1pPr>
              <a:defRPr sz="2100" b="0">
                <a:solidFill>
                  <a:srgbClr val="162D3A"/>
                </a:solidFill>
              </a:defRPr>
            </a:lvl1pPr>
            <a:lvl2pPr>
              <a:defRPr sz="2100" b="0">
                <a:solidFill>
                  <a:srgbClr val="162D3A"/>
                </a:solidFill>
              </a:defRPr>
            </a:lvl2pPr>
            <a:lvl3pPr>
              <a:defRPr sz="2100" b="0">
                <a:solidFill>
                  <a:srgbClr val="162D3A"/>
                </a:solidFill>
              </a:defRPr>
            </a:lvl3pPr>
            <a:lvl4pPr>
              <a:defRPr sz="2100" b="0">
                <a:solidFill>
                  <a:srgbClr val="162D3A"/>
                </a:solidFill>
              </a:defRPr>
            </a:lvl4pPr>
            <a:lvl5pPr>
              <a:defRPr sz="2100" b="0">
                <a:solidFill>
                  <a:srgbClr val="162D3A"/>
                </a:solidFill>
              </a:defRPr>
            </a:lvl5pPr>
            <a:lvl6pPr>
              <a:defRPr sz="2100" b="0">
                <a:solidFill>
                  <a:srgbClr val="162D3A"/>
                </a:solidFill>
              </a:defRPr>
            </a:lvl6pPr>
            <a:lvl7pPr>
              <a:defRPr sz="2100" b="0">
                <a:solidFill>
                  <a:srgbClr val="162D3A"/>
                </a:solidFill>
              </a:defRPr>
            </a:lvl7pPr>
            <a:lvl8pPr>
              <a:defRPr sz="2100" b="0">
                <a:solidFill>
                  <a:srgbClr val="162D3A"/>
                </a:solidFill>
              </a:defRPr>
            </a:lvl8pPr>
            <a:lvl9pPr>
              <a:defRPr sz="21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Operator pulti orqali nuqtalar yoziladi, dastur tanlanadi va robot holati kuzatiladi.</a:t>
            </a:r>
          </a:p>
        </p:txBody>
      </p:sp>
    </p:spTree>
    <p:extLst>
      <p:ext uri="{BB962C8B-B14F-4D97-AF65-F5344CB8AC3E}">
        <p14:creationId xmlns:p14="http://schemas.microsoft.com/office/powerpoint/2010/main" val="254354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034E7-93E7-4DD9-9231-3F7E39FB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F8EBC-8F63-4D47-B1DB-7B1AF763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Pozitsiya qanday ifodalanadi?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030E4-768C-4874-BAC8-8A3B79F9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BB947-0D75-470D-BE7D-3D92864D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24429-7E4C-42C8-9252-890F2548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06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985D8-81AC-4FB0-B1A1-37A6BF7B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6777"/>
                </a:solidFill>
              </a:defRPr>
            </a:defPPr>
            <a:lvl1pPr>
              <a:defRPr sz="2325" b="1">
                <a:solidFill>
                  <a:srgbClr val="166777"/>
                </a:solidFill>
              </a:defRPr>
            </a:lvl1pPr>
            <a:lvl2pPr>
              <a:defRPr sz="2325" b="1">
                <a:solidFill>
                  <a:srgbClr val="166777"/>
                </a:solidFill>
              </a:defRPr>
            </a:lvl2pPr>
            <a:lvl3pPr>
              <a:defRPr sz="2325" b="1">
                <a:solidFill>
                  <a:srgbClr val="166777"/>
                </a:solidFill>
              </a:defRPr>
            </a:lvl3pPr>
            <a:lvl4pPr>
              <a:defRPr sz="2325" b="1">
                <a:solidFill>
                  <a:srgbClr val="166777"/>
                </a:solidFill>
              </a:defRPr>
            </a:lvl4pPr>
            <a:lvl5pPr>
              <a:defRPr sz="2325" b="1">
                <a:solidFill>
                  <a:srgbClr val="166777"/>
                </a:solidFill>
              </a:defRPr>
            </a:lvl5pPr>
            <a:lvl6pPr>
              <a:defRPr sz="2325" b="1">
                <a:solidFill>
                  <a:srgbClr val="166777"/>
                </a:solidFill>
              </a:defRPr>
            </a:lvl6pPr>
            <a:lvl7pPr>
              <a:defRPr sz="2325" b="1">
                <a:solidFill>
                  <a:srgbClr val="166777"/>
                </a:solidFill>
              </a:defRPr>
            </a:lvl7pPr>
            <a:lvl8pPr>
              <a:defRPr sz="2325" b="1">
                <a:solidFill>
                  <a:srgbClr val="166777"/>
                </a:solidFill>
              </a:defRPr>
            </a:lvl8pPr>
            <a:lvl9pPr>
              <a:defRPr sz="2325" b="1">
                <a:solidFill>
                  <a:srgbClr val="166777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6777"/>
                </a:solidFill>
              </a:defRPr>
            </a:pPr>
            <a:r>
              <a:rPr sz="2325" b="1">
                <a:solidFill>
                  <a:srgbClr val="166777"/>
                </a:solidFill>
              </a:rPr>
              <a:t>Bo‘g‘im koordinatalari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BD5D4-2FF6-433F-AFA7-4782EA39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62D3A"/>
                </a:solidFill>
              </a:defRPr>
            </a:defPPr>
            <a:lvl1pPr>
              <a:defRPr sz="2850" b="1">
                <a:solidFill>
                  <a:srgbClr val="162D3A"/>
                </a:solidFill>
              </a:defRPr>
            </a:lvl1pPr>
            <a:lvl2pPr>
              <a:defRPr sz="2850" b="1">
                <a:solidFill>
                  <a:srgbClr val="162D3A"/>
                </a:solidFill>
              </a:defRPr>
            </a:lvl2pPr>
            <a:lvl3pPr>
              <a:defRPr sz="2850" b="1">
                <a:solidFill>
                  <a:srgbClr val="162D3A"/>
                </a:solidFill>
              </a:defRPr>
            </a:lvl3pPr>
            <a:lvl4pPr>
              <a:defRPr sz="2850" b="1">
                <a:solidFill>
                  <a:srgbClr val="162D3A"/>
                </a:solidFill>
              </a:defRPr>
            </a:lvl4pPr>
            <a:lvl5pPr>
              <a:defRPr sz="2850" b="1">
                <a:solidFill>
                  <a:srgbClr val="162D3A"/>
                </a:solidFill>
              </a:defRPr>
            </a:lvl5pPr>
            <a:lvl6pPr>
              <a:defRPr sz="2850" b="1">
                <a:solidFill>
                  <a:srgbClr val="162D3A"/>
                </a:solidFill>
              </a:defRPr>
            </a:lvl6pPr>
            <a:lvl7pPr>
              <a:defRPr sz="2850" b="1">
                <a:solidFill>
                  <a:srgbClr val="162D3A"/>
                </a:solidFill>
              </a:defRPr>
            </a:lvl7pPr>
            <a:lvl8pPr>
              <a:defRPr sz="2850" b="1">
                <a:solidFill>
                  <a:srgbClr val="162D3A"/>
                </a:solidFill>
              </a:defRPr>
            </a:lvl8pPr>
            <a:lvl9pPr>
              <a:defRPr sz="285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D3A"/>
                </a:solidFill>
              </a:defRPr>
            </a:pPr>
            <a:r>
              <a:rPr sz="2850" b="1">
                <a:solidFill>
                  <a:srgbClr val="162D3A"/>
                </a:solidFill>
              </a:rPr>
              <a:t>q = [q₁, q₂, …, qₙ]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B63EF-E709-4254-87D1-09B302C0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2D3A"/>
                </a:solidFill>
              </a:defRPr>
            </a:defPPr>
            <a:lvl1pPr>
              <a:defRPr sz="2175" b="0">
                <a:solidFill>
                  <a:srgbClr val="162D3A"/>
                </a:solidFill>
              </a:defRPr>
            </a:lvl1pPr>
            <a:lvl2pPr>
              <a:defRPr sz="2175" b="0">
                <a:solidFill>
                  <a:srgbClr val="162D3A"/>
                </a:solidFill>
              </a:defRPr>
            </a:lvl2pPr>
            <a:lvl3pPr>
              <a:defRPr sz="2175" b="0">
                <a:solidFill>
                  <a:srgbClr val="162D3A"/>
                </a:solidFill>
              </a:defRPr>
            </a:lvl3pPr>
            <a:lvl4pPr>
              <a:defRPr sz="2175" b="0">
                <a:solidFill>
                  <a:srgbClr val="162D3A"/>
                </a:solidFill>
              </a:defRPr>
            </a:lvl4pPr>
            <a:lvl5pPr>
              <a:defRPr sz="2175" b="0">
                <a:solidFill>
                  <a:srgbClr val="162D3A"/>
                </a:solidFill>
              </a:defRPr>
            </a:lvl5pPr>
            <a:lvl6pPr>
              <a:defRPr sz="2175" b="0">
                <a:solidFill>
                  <a:srgbClr val="162D3A"/>
                </a:solidFill>
              </a:defRPr>
            </a:lvl6pPr>
            <a:lvl7pPr>
              <a:defRPr sz="2175" b="0">
                <a:solidFill>
                  <a:srgbClr val="162D3A"/>
                </a:solidFill>
              </a:defRPr>
            </a:lvl7pPr>
            <a:lvl8pPr>
              <a:defRPr sz="2175" b="0">
                <a:solidFill>
                  <a:srgbClr val="162D3A"/>
                </a:solidFill>
              </a:defRPr>
            </a:lvl8pPr>
            <a:lvl9pPr>
              <a:defRPr sz="217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2D3A"/>
                </a:solidFill>
              </a:defRPr>
            </a:pPr>
            <a:r>
              <a:rPr sz="2175" b="0">
                <a:solidFill>
                  <a:srgbClr val="162D3A"/>
                </a:solidFill>
              </a:rPr>
              <a:t>Aylanuvchi bo‘g‘im: burchak</a:t>
            </a:r>
          </a:p>
          <a:p xmlns:a="http://schemas.openxmlformats.org/drawingml/2006/main">
            <a:pPr>
              <a:defRPr sz="2175" b="0">
                <a:solidFill>
                  <a:srgbClr val="162D3A"/>
                </a:solidFill>
              </a:defRPr>
            </a:pPr>
            <a:r>
              <a:rPr sz="2175" b="0">
                <a:solidFill>
                  <a:srgbClr val="162D3A"/>
                </a:solidFill>
              </a:rPr>
              <a:t>Ilgarilanma bo‘g‘im: siljish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B4E10-B480-4DE9-A7A4-543BA67B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F75"/>
                </a:solidFill>
              </a:defRPr>
            </a:defPPr>
            <a:lvl1pPr>
              <a:defRPr sz="2325" b="1">
                <a:solidFill>
                  <a:srgbClr val="087F75"/>
                </a:solidFill>
              </a:defRPr>
            </a:lvl1pPr>
            <a:lvl2pPr>
              <a:defRPr sz="2325" b="1">
                <a:solidFill>
                  <a:srgbClr val="087F75"/>
                </a:solidFill>
              </a:defRPr>
            </a:lvl2pPr>
            <a:lvl3pPr>
              <a:defRPr sz="2325" b="1">
                <a:solidFill>
                  <a:srgbClr val="087F75"/>
                </a:solidFill>
              </a:defRPr>
            </a:lvl3pPr>
            <a:lvl4pPr>
              <a:defRPr sz="2325" b="1">
                <a:solidFill>
                  <a:srgbClr val="087F75"/>
                </a:solidFill>
              </a:defRPr>
            </a:lvl4pPr>
            <a:lvl5pPr>
              <a:defRPr sz="2325" b="1">
                <a:solidFill>
                  <a:srgbClr val="087F75"/>
                </a:solidFill>
              </a:defRPr>
            </a:lvl5pPr>
            <a:lvl6pPr>
              <a:defRPr sz="2325" b="1">
                <a:solidFill>
                  <a:srgbClr val="087F75"/>
                </a:solidFill>
              </a:defRPr>
            </a:lvl6pPr>
            <a:lvl7pPr>
              <a:defRPr sz="2325" b="1">
                <a:solidFill>
                  <a:srgbClr val="087F75"/>
                </a:solidFill>
              </a:defRPr>
            </a:lvl7pPr>
            <a:lvl8pPr>
              <a:defRPr sz="2325" b="1">
                <a:solidFill>
                  <a:srgbClr val="087F75"/>
                </a:solidFill>
              </a:defRPr>
            </a:lvl8pPr>
            <a:lvl9pPr>
              <a:defRPr sz="23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75"/>
                </a:solidFill>
              </a:defRPr>
            </a:pPr>
            <a:r>
              <a:rPr sz="2325" b="1">
                <a:solidFill>
                  <a:srgbClr val="087F75"/>
                </a:solidFill>
              </a:rPr>
              <a:t>Ishchi organ holati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E6208-182F-449F-A541-852A92DF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2D3A"/>
                </a:solidFill>
              </a:defRPr>
            </a:defPPr>
            <a:lvl1pPr>
              <a:defRPr sz="2550" b="1">
                <a:solidFill>
                  <a:srgbClr val="162D3A"/>
                </a:solidFill>
              </a:defRPr>
            </a:lvl1pPr>
            <a:lvl2pPr>
              <a:defRPr sz="2550" b="1">
                <a:solidFill>
                  <a:srgbClr val="162D3A"/>
                </a:solidFill>
              </a:defRPr>
            </a:lvl2pPr>
            <a:lvl3pPr>
              <a:defRPr sz="2550" b="1">
                <a:solidFill>
                  <a:srgbClr val="162D3A"/>
                </a:solidFill>
              </a:defRPr>
            </a:lvl3pPr>
            <a:lvl4pPr>
              <a:defRPr sz="2550" b="1">
                <a:solidFill>
                  <a:srgbClr val="162D3A"/>
                </a:solidFill>
              </a:defRPr>
            </a:lvl4pPr>
            <a:lvl5pPr>
              <a:defRPr sz="2550" b="1">
                <a:solidFill>
                  <a:srgbClr val="162D3A"/>
                </a:solidFill>
              </a:defRPr>
            </a:lvl5pPr>
            <a:lvl6pPr>
              <a:defRPr sz="2550" b="1">
                <a:solidFill>
                  <a:srgbClr val="162D3A"/>
                </a:solidFill>
              </a:defRPr>
            </a:lvl6pPr>
            <a:lvl7pPr>
              <a:defRPr sz="2550" b="1">
                <a:solidFill>
                  <a:srgbClr val="162D3A"/>
                </a:solidFill>
              </a:defRPr>
            </a:lvl7pPr>
            <a:lvl8pPr>
              <a:defRPr sz="2550" b="1">
                <a:solidFill>
                  <a:srgbClr val="162D3A"/>
                </a:solidFill>
              </a:defRPr>
            </a:lvl8pPr>
            <a:lvl9pPr>
              <a:defRPr sz="255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2D3A"/>
                </a:solidFill>
              </a:defRPr>
            </a:pPr>
            <a:r>
              <a:rPr sz="2550" b="1">
                <a:solidFill>
                  <a:srgbClr val="162D3A"/>
                </a:solidFill>
              </a:rPr>
              <a:t>P = (x, y, z, orientatsiya)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24E27-1B91-48A3-A7A9-03DCA2CF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2D3A"/>
                </a:solidFill>
              </a:defRPr>
            </a:defPPr>
            <a:lvl1pPr>
              <a:defRPr sz="2175" b="0">
                <a:solidFill>
                  <a:srgbClr val="162D3A"/>
                </a:solidFill>
              </a:defRPr>
            </a:lvl1pPr>
            <a:lvl2pPr>
              <a:defRPr sz="2175" b="0">
                <a:solidFill>
                  <a:srgbClr val="162D3A"/>
                </a:solidFill>
              </a:defRPr>
            </a:lvl2pPr>
            <a:lvl3pPr>
              <a:defRPr sz="2175" b="0">
                <a:solidFill>
                  <a:srgbClr val="162D3A"/>
                </a:solidFill>
              </a:defRPr>
            </a:lvl3pPr>
            <a:lvl4pPr>
              <a:defRPr sz="2175" b="0">
                <a:solidFill>
                  <a:srgbClr val="162D3A"/>
                </a:solidFill>
              </a:defRPr>
            </a:lvl4pPr>
            <a:lvl5pPr>
              <a:defRPr sz="2175" b="0">
                <a:solidFill>
                  <a:srgbClr val="162D3A"/>
                </a:solidFill>
              </a:defRPr>
            </a:lvl5pPr>
            <a:lvl6pPr>
              <a:defRPr sz="2175" b="0">
                <a:solidFill>
                  <a:srgbClr val="162D3A"/>
                </a:solidFill>
              </a:defRPr>
            </a:lvl6pPr>
            <a:lvl7pPr>
              <a:defRPr sz="2175" b="0">
                <a:solidFill>
                  <a:srgbClr val="162D3A"/>
                </a:solidFill>
              </a:defRPr>
            </a:lvl7pPr>
            <a:lvl8pPr>
              <a:defRPr sz="2175" b="0">
                <a:solidFill>
                  <a:srgbClr val="162D3A"/>
                </a:solidFill>
              </a:defRPr>
            </a:lvl8pPr>
            <a:lvl9pPr>
              <a:defRPr sz="217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2D3A"/>
                </a:solidFill>
              </a:defRPr>
            </a:pPr>
            <a:r>
              <a:rPr sz="2175" b="0">
                <a:solidFill>
                  <a:srgbClr val="162D3A"/>
                </a:solidFill>
              </a:rPr>
              <a:t>Dekart koordinatalari va asbob yo‘nalishi robotning ish fazosidagi holatini belgilaydi.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47577-4544-4D0D-829A-9E08E726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81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0717B"/>
                </a:solidFill>
              </a:defRPr>
            </a:defPPr>
            <a:lvl1pPr>
              <a:defRPr sz="2025" b="0">
                <a:solidFill>
                  <a:srgbClr val="60717B"/>
                </a:solidFill>
              </a:defRPr>
            </a:lvl1pPr>
            <a:lvl2pPr>
              <a:defRPr sz="2025" b="0">
                <a:solidFill>
                  <a:srgbClr val="60717B"/>
                </a:solidFill>
              </a:defRPr>
            </a:lvl2pPr>
            <a:lvl3pPr>
              <a:defRPr sz="2025" b="0">
                <a:solidFill>
                  <a:srgbClr val="60717B"/>
                </a:solidFill>
              </a:defRPr>
            </a:lvl3pPr>
            <a:lvl4pPr>
              <a:defRPr sz="2025" b="0">
                <a:solidFill>
                  <a:srgbClr val="60717B"/>
                </a:solidFill>
              </a:defRPr>
            </a:lvl4pPr>
            <a:lvl5pPr>
              <a:defRPr sz="2025" b="0">
                <a:solidFill>
                  <a:srgbClr val="60717B"/>
                </a:solidFill>
              </a:defRPr>
            </a:lvl5pPr>
            <a:lvl6pPr>
              <a:defRPr sz="2025" b="0">
                <a:solidFill>
                  <a:srgbClr val="60717B"/>
                </a:solidFill>
              </a:defRPr>
            </a:lvl6pPr>
            <a:lvl7pPr>
              <a:defRPr sz="2025" b="0">
                <a:solidFill>
                  <a:srgbClr val="60717B"/>
                </a:solidFill>
              </a:defRPr>
            </a:lvl7pPr>
            <a:lvl8pPr>
              <a:defRPr sz="2025" b="0">
                <a:solidFill>
                  <a:srgbClr val="60717B"/>
                </a:solidFill>
              </a:defRPr>
            </a:lvl8pPr>
            <a:lvl9pPr>
              <a:defRPr sz="2025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0717B"/>
                </a:solidFill>
              </a:defRPr>
            </a:pPr>
            <a:r>
              <a:rPr sz="2025" b="0">
                <a:solidFill>
                  <a:srgbClr val="60717B"/>
                </a:solidFill>
              </a:rPr>
              <a:t>Teskari kinematika berilgan asbob holatidan bo‘g‘im koordinatalarini topadi.</a:t>
            </a:r>
          </a:p>
        </p:txBody>
      </p:sp>
    </p:spTree>
    <p:extLst>
      <p:ext uri="{BB962C8B-B14F-4D97-AF65-F5344CB8AC3E}">
        <p14:creationId xmlns:p14="http://schemas.microsoft.com/office/powerpoint/2010/main" val="1439828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E6D7A-AB90-407C-B07F-FCF2C37C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789EF-AA4E-4881-B1D4-0225EDA0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Nuqtadan nuqtaga harakat (PTP)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95E87-6BA9-4C10-9634-75C873F6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8A43A-4952-45B1-8120-C4C21EDF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4B60F-09D9-4AE6-BC80-E4C9F9BB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07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976B3-4B4B-4179-B04A-BB8CE347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87F75"/>
                </a:solidFill>
              </a:defRPr>
            </a:defPPr>
            <a:lvl1pPr>
              <a:defRPr sz="1500" b="1">
                <a:solidFill>
                  <a:srgbClr val="087F75"/>
                </a:solidFill>
              </a:defRPr>
            </a:lvl1pPr>
            <a:lvl2pPr>
              <a:defRPr sz="1500" b="1">
                <a:solidFill>
                  <a:srgbClr val="087F75"/>
                </a:solidFill>
              </a:defRPr>
            </a:lvl2pPr>
            <a:lvl3pPr>
              <a:defRPr sz="1500" b="1">
                <a:solidFill>
                  <a:srgbClr val="087F75"/>
                </a:solidFill>
              </a:defRPr>
            </a:lvl3pPr>
            <a:lvl4pPr>
              <a:defRPr sz="1500" b="1">
                <a:solidFill>
                  <a:srgbClr val="087F75"/>
                </a:solidFill>
              </a:defRPr>
            </a:lvl4pPr>
            <a:lvl5pPr>
              <a:defRPr sz="1500" b="1">
                <a:solidFill>
                  <a:srgbClr val="087F75"/>
                </a:solidFill>
              </a:defRPr>
            </a:lvl5pPr>
            <a:lvl6pPr>
              <a:defRPr sz="1500" b="1">
                <a:solidFill>
                  <a:srgbClr val="087F75"/>
                </a:solidFill>
              </a:defRPr>
            </a:lvl6pPr>
            <a:lvl7pPr>
              <a:defRPr sz="1500" b="1">
                <a:solidFill>
                  <a:srgbClr val="087F75"/>
                </a:solidFill>
              </a:defRPr>
            </a:lvl7pPr>
            <a:lvl8pPr>
              <a:defRPr sz="1500" b="1">
                <a:solidFill>
                  <a:srgbClr val="087F75"/>
                </a:solidFill>
              </a:defRPr>
            </a:lvl8pPr>
            <a:lvl9pPr>
              <a:defRPr sz="15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F75"/>
                </a:solidFill>
              </a:defRPr>
            </a:pPr>
            <a:r>
              <a:rPr sz="1500" b="1">
                <a:solidFill>
                  <a:srgbClr val="087F7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0199B-8D35-4BE9-9A0B-CC57EF98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952625"/>
            <a:ext cx="4419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Dasturchi robot qayerdan qayerga borishini belgilaydi.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687D6-39AB-4C9C-896A-85044017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87F75"/>
                </a:solidFill>
              </a:defRPr>
            </a:defPPr>
            <a:lvl1pPr>
              <a:defRPr sz="1500" b="1">
                <a:solidFill>
                  <a:srgbClr val="087F75"/>
                </a:solidFill>
              </a:defRPr>
            </a:lvl1pPr>
            <a:lvl2pPr>
              <a:defRPr sz="1500" b="1">
                <a:solidFill>
                  <a:srgbClr val="087F75"/>
                </a:solidFill>
              </a:defRPr>
            </a:lvl2pPr>
            <a:lvl3pPr>
              <a:defRPr sz="1500" b="1">
                <a:solidFill>
                  <a:srgbClr val="087F75"/>
                </a:solidFill>
              </a:defRPr>
            </a:lvl3pPr>
            <a:lvl4pPr>
              <a:defRPr sz="1500" b="1">
                <a:solidFill>
                  <a:srgbClr val="087F75"/>
                </a:solidFill>
              </a:defRPr>
            </a:lvl4pPr>
            <a:lvl5pPr>
              <a:defRPr sz="1500" b="1">
                <a:solidFill>
                  <a:srgbClr val="087F75"/>
                </a:solidFill>
              </a:defRPr>
            </a:lvl5pPr>
            <a:lvl6pPr>
              <a:defRPr sz="1500" b="1">
                <a:solidFill>
                  <a:srgbClr val="087F75"/>
                </a:solidFill>
              </a:defRPr>
            </a:lvl6pPr>
            <a:lvl7pPr>
              <a:defRPr sz="1500" b="1">
                <a:solidFill>
                  <a:srgbClr val="087F75"/>
                </a:solidFill>
              </a:defRPr>
            </a:lvl7pPr>
            <a:lvl8pPr>
              <a:defRPr sz="1500" b="1">
                <a:solidFill>
                  <a:srgbClr val="087F75"/>
                </a:solidFill>
              </a:defRPr>
            </a:lvl8pPr>
            <a:lvl9pPr>
              <a:defRPr sz="15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F75"/>
                </a:solidFill>
              </a:defRPr>
            </a:pPr>
            <a:r>
              <a:rPr sz="1500" b="1">
                <a:solidFill>
                  <a:srgbClr val="087F7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CD166-95AE-4E4E-82B9-CD8EE5C3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33725"/>
            <a:ext cx="4419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Kontroller berilgan tezlik va tezlanish chegaralariga mos harakatni hisoblaydi.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7B479-3DCE-4995-B1DE-6E5915D8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87F75"/>
                </a:solidFill>
              </a:defRPr>
            </a:defPPr>
            <a:lvl1pPr>
              <a:defRPr sz="1500" b="1">
                <a:solidFill>
                  <a:srgbClr val="087F75"/>
                </a:solidFill>
              </a:defRPr>
            </a:lvl1pPr>
            <a:lvl2pPr>
              <a:defRPr sz="1500" b="1">
                <a:solidFill>
                  <a:srgbClr val="087F75"/>
                </a:solidFill>
              </a:defRPr>
            </a:lvl2pPr>
            <a:lvl3pPr>
              <a:defRPr sz="1500" b="1">
                <a:solidFill>
                  <a:srgbClr val="087F75"/>
                </a:solidFill>
              </a:defRPr>
            </a:lvl3pPr>
            <a:lvl4pPr>
              <a:defRPr sz="1500" b="1">
                <a:solidFill>
                  <a:srgbClr val="087F75"/>
                </a:solidFill>
              </a:defRPr>
            </a:lvl4pPr>
            <a:lvl5pPr>
              <a:defRPr sz="1500" b="1">
                <a:solidFill>
                  <a:srgbClr val="087F75"/>
                </a:solidFill>
              </a:defRPr>
            </a:lvl5pPr>
            <a:lvl6pPr>
              <a:defRPr sz="1500" b="1">
                <a:solidFill>
                  <a:srgbClr val="087F75"/>
                </a:solidFill>
              </a:defRPr>
            </a:lvl6pPr>
            <a:lvl7pPr>
              <a:defRPr sz="1500" b="1">
                <a:solidFill>
                  <a:srgbClr val="087F75"/>
                </a:solidFill>
              </a:defRPr>
            </a:lvl7pPr>
            <a:lvl8pPr>
              <a:defRPr sz="1500" b="1">
                <a:solidFill>
                  <a:srgbClr val="087F75"/>
                </a:solidFill>
              </a:defRPr>
            </a:lvl8pPr>
            <a:lvl9pPr>
              <a:defRPr sz="15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F75"/>
                </a:solidFill>
              </a:defRPr>
            </a:pPr>
            <a:r>
              <a:rPr sz="1500" b="1">
                <a:solidFill>
                  <a:srgbClr val="087F7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F5E23-294F-442F-8A19-7DF8DAB4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14825"/>
            <a:ext cx="4419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Bo‘g‘imlar birgalikda ishlaydi. Asbob nuqtalar orasida egri yo‘l bo‘ylab ham yurishi mumkin.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92B97-F4EE-4040-9776-32664FF6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72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14288">
            <a:solidFill>
              <a:srgbClr val="087F7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534B9-453D-440C-BA33-D4FB369A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100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F75"/>
                </a:solidFill>
              </a:defRPr>
            </a:defPPr>
            <a:lvl1pPr>
              <a:defRPr sz="1725" b="1">
                <a:solidFill>
                  <a:srgbClr val="087F75"/>
                </a:solidFill>
              </a:defRPr>
            </a:lvl1pPr>
            <a:lvl2pPr>
              <a:defRPr sz="1725" b="1">
                <a:solidFill>
                  <a:srgbClr val="087F75"/>
                </a:solidFill>
              </a:defRPr>
            </a:lvl2pPr>
            <a:lvl3pPr>
              <a:defRPr sz="1725" b="1">
                <a:solidFill>
                  <a:srgbClr val="087F75"/>
                </a:solidFill>
              </a:defRPr>
            </a:lvl3pPr>
            <a:lvl4pPr>
              <a:defRPr sz="1725" b="1">
                <a:solidFill>
                  <a:srgbClr val="087F75"/>
                </a:solidFill>
              </a:defRPr>
            </a:lvl4pPr>
            <a:lvl5pPr>
              <a:defRPr sz="1725" b="1">
                <a:solidFill>
                  <a:srgbClr val="087F75"/>
                </a:solidFill>
              </a:defRPr>
            </a:lvl5pPr>
            <a:lvl6pPr>
              <a:defRPr sz="1725" b="1">
                <a:solidFill>
                  <a:srgbClr val="087F75"/>
                </a:solidFill>
              </a:defRPr>
            </a:lvl6pPr>
            <a:lvl7pPr>
              <a:defRPr sz="1725" b="1">
                <a:solidFill>
                  <a:srgbClr val="087F75"/>
                </a:solidFill>
              </a:defRPr>
            </a:lvl7pPr>
            <a:lvl8pPr>
              <a:defRPr sz="1725" b="1">
                <a:solidFill>
                  <a:srgbClr val="087F75"/>
                </a:solidFill>
              </a:defRPr>
            </a:lvl8pPr>
            <a:lvl9pPr>
              <a:defRPr sz="17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75"/>
                </a:solidFill>
              </a:defRPr>
            </a:pPr>
            <a:r>
              <a:rPr sz="1725" b="1">
                <a:solidFill>
                  <a:srgbClr val="087F75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4DEC1-56E7-46F3-BBB3-5E12F65F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14288">
            <a:solidFill>
              <a:srgbClr val="087F7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657A2-C4CB-4B08-A9C1-1152D50E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3145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F75"/>
                </a:solidFill>
              </a:defRPr>
            </a:defPPr>
            <a:lvl1pPr>
              <a:defRPr sz="1725" b="1">
                <a:solidFill>
                  <a:srgbClr val="087F75"/>
                </a:solidFill>
              </a:defRPr>
            </a:lvl1pPr>
            <a:lvl2pPr>
              <a:defRPr sz="1725" b="1">
                <a:solidFill>
                  <a:srgbClr val="087F75"/>
                </a:solidFill>
              </a:defRPr>
            </a:lvl2pPr>
            <a:lvl3pPr>
              <a:defRPr sz="1725" b="1">
                <a:solidFill>
                  <a:srgbClr val="087F75"/>
                </a:solidFill>
              </a:defRPr>
            </a:lvl3pPr>
            <a:lvl4pPr>
              <a:defRPr sz="1725" b="1">
                <a:solidFill>
                  <a:srgbClr val="087F75"/>
                </a:solidFill>
              </a:defRPr>
            </a:lvl4pPr>
            <a:lvl5pPr>
              <a:defRPr sz="1725" b="1">
                <a:solidFill>
                  <a:srgbClr val="087F75"/>
                </a:solidFill>
              </a:defRPr>
            </a:lvl5pPr>
            <a:lvl6pPr>
              <a:defRPr sz="1725" b="1">
                <a:solidFill>
                  <a:srgbClr val="087F75"/>
                </a:solidFill>
              </a:defRPr>
            </a:lvl6pPr>
            <a:lvl7pPr>
              <a:defRPr sz="1725" b="1">
                <a:solidFill>
                  <a:srgbClr val="087F75"/>
                </a:solidFill>
              </a:defRPr>
            </a:lvl7pPr>
            <a:lvl8pPr>
              <a:defRPr sz="1725" b="1">
                <a:solidFill>
                  <a:srgbClr val="087F75"/>
                </a:solidFill>
              </a:defRPr>
            </a:lvl8pPr>
            <a:lvl9pPr>
              <a:defRPr sz="17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75"/>
                </a:solidFill>
              </a:defRPr>
            </a:pPr>
            <a:r>
              <a:rPr sz="1725" b="1">
                <a:solidFill>
                  <a:srgbClr val="087F75"/>
                </a:solidFill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046C4-67D2-4A6C-B039-9B043A5E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15175" y="2667000"/>
            <a:ext cx="3552825" cy="192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DBDC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06CAB-42F7-44F4-8BA9-85C01D55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500" y="3238500"/>
            <a:ext cx="714375" cy="1304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677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D26F1-4D19-4C49-9DA9-2F801D7D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62875" y="2286000"/>
            <a:ext cx="15716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677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88F0E-A242-48A0-B613-48C66877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334500" y="2286000"/>
            <a:ext cx="133350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677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CB0E9-3330-4C89-8DCD-ED343A0D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0717B"/>
                </a:solidFill>
              </a:defRPr>
            </a:defPPr>
            <a:lvl1pPr>
              <a:defRPr sz="1800" b="0">
                <a:solidFill>
                  <a:srgbClr val="60717B"/>
                </a:solidFill>
              </a:defRPr>
            </a:lvl1pPr>
            <a:lvl2pPr>
              <a:defRPr sz="1800" b="0">
                <a:solidFill>
                  <a:srgbClr val="60717B"/>
                </a:solidFill>
              </a:defRPr>
            </a:lvl2pPr>
            <a:lvl3pPr>
              <a:defRPr sz="1800" b="0">
                <a:solidFill>
                  <a:srgbClr val="60717B"/>
                </a:solidFill>
              </a:defRPr>
            </a:lvl3pPr>
            <a:lvl4pPr>
              <a:defRPr sz="1800" b="0">
                <a:solidFill>
                  <a:srgbClr val="60717B"/>
                </a:solidFill>
              </a:defRPr>
            </a:lvl4pPr>
            <a:lvl5pPr>
              <a:defRPr sz="1800" b="0">
                <a:solidFill>
                  <a:srgbClr val="60717B"/>
                </a:solidFill>
              </a:defRPr>
            </a:lvl5pPr>
            <a:lvl6pPr>
              <a:defRPr sz="1800" b="0">
                <a:solidFill>
                  <a:srgbClr val="60717B"/>
                </a:solidFill>
              </a:defRPr>
            </a:lvl6pPr>
            <a:lvl7pPr>
              <a:defRPr sz="1800" b="0">
                <a:solidFill>
                  <a:srgbClr val="60717B"/>
                </a:solidFill>
              </a:defRPr>
            </a:lvl7pPr>
            <a:lvl8pPr>
              <a:defRPr sz="1800" b="0">
                <a:solidFill>
                  <a:srgbClr val="60717B"/>
                </a:solidFill>
              </a:defRPr>
            </a:lvl8pPr>
            <a:lvl9pPr>
              <a:defRPr sz="18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0717B"/>
                </a:solidFill>
              </a:defRPr>
            </a:pPr>
            <a:r>
              <a:rPr sz="1800" b="0">
                <a:solidFill>
                  <a:srgbClr val="60717B"/>
                </a:solidFill>
              </a:rPr>
              <a:t>Ko‘k: shartli asbob yo‘li</a:t>
            </a:r>
          </a:p>
          <a:p xmlns:a="http://schemas.openxmlformats.org/drawingml/2006/main">
            <a:pPr>
              <a:defRPr sz="1800" b="0">
                <a:solidFill>
                  <a:srgbClr val="60717B"/>
                </a:solidFill>
              </a:defRPr>
            </a:pPr>
            <a:r>
              <a:rPr sz="1800" b="0">
                <a:solidFill>
                  <a:srgbClr val="60717B"/>
                </a:solidFill>
              </a:rPr>
              <a:t>Kulrang: A va B orasidagi kesma</a:t>
            </a:r>
          </a:p>
        </p:txBody>
      </p:sp>
    </p:spTree>
    <p:extLst>
      <p:ext uri="{BB962C8B-B14F-4D97-AF65-F5344CB8AC3E}">
        <p14:creationId xmlns:p14="http://schemas.microsoft.com/office/powerpoint/2010/main" val="800158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809A9-3B67-43FE-A189-9F4774F1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411ED-1301-4B96-899E-F0CFDC79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Bitta o‘qning teskari aloqa konturi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624E7-1794-4602-B8C5-21A6B003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477FE-8EF4-43EC-8AAF-C0C6ED7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18C0F-9A63-4115-A996-CE50791C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08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2A0FD-343B-4209-8F7B-04372C66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6D854-4B2B-418D-BC0A-4F4F04E8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Topshiriq</a:t>
            </a:r>
          </a:p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q*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07341-A53A-4F52-8C8E-2572569F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1465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91DA6-0C24-472A-81DB-66B830E7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24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983ED-173A-4A0B-B427-50931B3C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336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Xatolik</a:t>
            </a:r>
          </a:p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e = q* − 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5BE58-CC76-4D5B-8B23-22768EA7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33B81-29EC-44CF-8468-3CD166C0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24125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C4AC0-1E0A-44D0-94DC-EE545E7F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336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Regulyator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EA14A-B188-4B01-8E62-60FACF87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672C7-3C4C-46EB-B149-79F5D7AD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241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03373-9654-4B8D-A825-6D84C340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336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Motor va</a:t>
            </a:r>
          </a:p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bo‘g‘im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60C5A-A9A2-4D0C-BE4E-963CD82E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96500" y="3476625"/>
            <a:ext cx="9525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6729F-404E-4B5D-A547-898B85DD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48125" y="4572000"/>
            <a:ext cx="6048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62A3B-9B8F-464B-A272-F15BD2C5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48125" y="3476625"/>
            <a:ext cx="9525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48ECF-BFC2-4501-AD10-3A97ADD3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F75"/>
                </a:solidFill>
              </a:defRPr>
            </a:defPPr>
            <a:lvl1pPr>
              <a:defRPr sz="2025" b="1">
                <a:solidFill>
                  <a:srgbClr val="087F75"/>
                </a:solidFill>
              </a:defRPr>
            </a:lvl1pPr>
            <a:lvl2pPr>
              <a:defRPr sz="2025" b="1">
                <a:solidFill>
                  <a:srgbClr val="087F75"/>
                </a:solidFill>
              </a:defRPr>
            </a:lvl2pPr>
            <a:lvl3pPr>
              <a:defRPr sz="2025" b="1">
                <a:solidFill>
                  <a:srgbClr val="087F75"/>
                </a:solidFill>
              </a:defRPr>
            </a:lvl3pPr>
            <a:lvl4pPr>
              <a:defRPr sz="2025" b="1">
                <a:solidFill>
                  <a:srgbClr val="087F75"/>
                </a:solidFill>
              </a:defRPr>
            </a:lvl4pPr>
            <a:lvl5pPr>
              <a:defRPr sz="2025" b="1">
                <a:solidFill>
                  <a:srgbClr val="087F75"/>
                </a:solidFill>
              </a:defRPr>
            </a:lvl5pPr>
            <a:lvl6pPr>
              <a:defRPr sz="2025" b="1">
                <a:solidFill>
                  <a:srgbClr val="087F75"/>
                </a:solidFill>
              </a:defRPr>
            </a:lvl6pPr>
            <a:lvl7pPr>
              <a:defRPr sz="2025" b="1">
                <a:solidFill>
                  <a:srgbClr val="087F75"/>
                </a:solidFill>
              </a:defRPr>
            </a:lvl7pPr>
            <a:lvl8pPr>
              <a:defRPr sz="2025" b="1">
                <a:solidFill>
                  <a:srgbClr val="087F75"/>
                </a:solidFill>
              </a:defRPr>
            </a:lvl8pPr>
            <a:lvl9pPr>
              <a:defRPr sz="20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75"/>
                </a:solidFill>
              </a:defRPr>
            </a:pPr>
            <a:r>
              <a:rPr sz="2025" b="1">
                <a:solidFill>
                  <a:srgbClr val="087F75"/>
                </a:solidFill>
              </a:rPr>
              <a:t>Enkoder o‘lchagan haqiqiy holat 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56815-0EF4-412E-927B-2954979B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2D3A"/>
                </a:solidFill>
              </a:defRPr>
            </a:defPPr>
            <a:lvl1pPr>
              <a:defRPr sz="2100" b="0">
                <a:solidFill>
                  <a:srgbClr val="162D3A"/>
                </a:solidFill>
              </a:defRPr>
            </a:lvl1pPr>
            <a:lvl2pPr>
              <a:defRPr sz="2100" b="0">
                <a:solidFill>
                  <a:srgbClr val="162D3A"/>
                </a:solidFill>
              </a:defRPr>
            </a:lvl2pPr>
            <a:lvl3pPr>
              <a:defRPr sz="2100" b="0">
                <a:solidFill>
                  <a:srgbClr val="162D3A"/>
                </a:solidFill>
              </a:defRPr>
            </a:lvl3pPr>
            <a:lvl4pPr>
              <a:defRPr sz="2100" b="0">
                <a:solidFill>
                  <a:srgbClr val="162D3A"/>
                </a:solidFill>
              </a:defRPr>
            </a:lvl4pPr>
            <a:lvl5pPr>
              <a:defRPr sz="2100" b="0">
                <a:solidFill>
                  <a:srgbClr val="162D3A"/>
                </a:solidFill>
              </a:defRPr>
            </a:lvl5pPr>
            <a:lvl6pPr>
              <a:defRPr sz="2100" b="0">
                <a:solidFill>
                  <a:srgbClr val="162D3A"/>
                </a:solidFill>
              </a:defRPr>
            </a:lvl6pPr>
            <a:lvl7pPr>
              <a:defRPr sz="2100" b="0">
                <a:solidFill>
                  <a:srgbClr val="162D3A"/>
                </a:solidFill>
              </a:defRPr>
            </a:lvl7pPr>
            <a:lvl8pPr>
              <a:defRPr sz="2100" b="0">
                <a:solidFill>
                  <a:srgbClr val="162D3A"/>
                </a:solidFill>
              </a:defRPr>
            </a:lvl8pPr>
            <a:lvl9pPr>
              <a:defRPr sz="21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Datchik holatni o‘lchaydi. Kontroller topshiriq bilan farqni solishtirib, motor ishini tuzatadi.</a:t>
            </a:r>
          </a:p>
        </p:txBody>
      </p:sp>
    </p:spTree>
    <p:extLst>
      <p:ext uri="{BB962C8B-B14F-4D97-AF65-F5344CB8AC3E}">
        <p14:creationId xmlns:p14="http://schemas.microsoft.com/office/powerpoint/2010/main" val="465254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27BA83-2D77-424A-82D0-764A4A51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4F151-86C1-4885-AEAB-CA50A880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Harakatning tezlik profili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144E9-DA43-4DE2-ACFE-C323852D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08DD2-9C98-45C9-B5F4-82409E2F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7B3E6-4B75-410E-867B-CC9E0B53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09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85B41-2A76-4668-A654-17BA29E9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6777"/>
                </a:solidFill>
              </a:defRPr>
            </a:defPPr>
            <a:lvl1pPr>
              <a:defRPr sz="2325" b="1">
                <a:solidFill>
                  <a:srgbClr val="166777"/>
                </a:solidFill>
              </a:defRPr>
            </a:lvl1pPr>
            <a:lvl2pPr>
              <a:defRPr sz="2325" b="1">
                <a:solidFill>
                  <a:srgbClr val="166777"/>
                </a:solidFill>
              </a:defRPr>
            </a:lvl2pPr>
            <a:lvl3pPr>
              <a:defRPr sz="2325" b="1">
                <a:solidFill>
                  <a:srgbClr val="166777"/>
                </a:solidFill>
              </a:defRPr>
            </a:lvl3pPr>
            <a:lvl4pPr>
              <a:defRPr sz="2325" b="1">
                <a:solidFill>
                  <a:srgbClr val="166777"/>
                </a:solidFill>
              </a:defRPr>
            </a:lvl4pPr>
            <a:lvl5pPr>
              <a:defRPr sz="2325" b="1">
                <a:solidFill>
                  <a:srgbClr val="166777"/>
                </a:solidFill>
              </a:defRPr>
            </a:lvl5pPr>
            <a:lvl6pPr>
              <a:defRPr sz="2325" b="1">
                <a:solidFill>
                  <a:srgbClr val="166777"/>
                </a:solidFill>
              </a:defRPr>
            </a:lvl6pPr>
            <a:lvl7pPr>
              <a:defRPr sz="2325" b="1">
                <a:solidFill>
                  <a:srgbClr val="166777"/>
                </a:solidFill>
              </a:defRPr>
            </a:lvl7pPr>
            <a:lvl8pPr>
              <a:defRPr sz="2325" b="1">
                <a:solidFill>
                  <a:srgbClr val="166777"/>
                </a:solidFill>
              </a:defRPr>
            </a:lvl8pPr>
            <a:lvl9pPr>
              <a:defRPr sz="2325" b="1">
                <a:solidFill>
                  <a:srgbClr val="166777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6777"/>
                </a:solidFill>
              </a:defRPr>
            </a:pPr>
            <a:r>
              <a:rPr sz="2325" b="1">
                <a:solidFill>
                  <a:srgbClr val="166777"/>
                </a:solidFill>
              </a:rPr>
              <a:t>Trapesiyasimon profil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9C618-F238-4D61-B479-3524DB83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2500" y="4905375"/>
            <a:ext cx="590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2D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FA979-CA34-428C-B302-0D8DB26D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2500" y="2619375"/>
            <a:ext cx="9525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2D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A5F3E-90D2-477C-86C1-13E3935A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0" y="2857500"/>
            <a:ext cx="1428750" cy="2047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67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13743-DF97-44F7-8634-25C4D69C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71750" y="285750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677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884DD-A74B-45E9-98D5-06C16373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3500" y="2857500"/>
            <a:ext cx="1428750" cy="2047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67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ADBEC-7E68-4E94-98FC-C599E07A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2D3A"/>
                </a:solidFill>
              </a:defRPr>
            </a:defPPr>
            <a:lvl1pPr>
              <a:defRPr sz="2100" b="0">
                <a:solidFill>
                  <a:srgbClr val="162D3A"/>
                </a:solidFill>
              </a:defRPr>
            </a:lvl1pPr>
            <a:lvl2pPr>
              <a:defRPr sz="2100" b="0">
                <a:solidFill>
                  <a:srgbClr val="162D3A"/>
                </a:solidFill>
              </a:defRPr>
            </a:lvl2pPr>
            <a:lvl3pPr>
              <a:defRPr sz="2100" b="0">
                <a:solidFill>
                  <a:srgbClr val="162D3A"/>
                </a:solidFill>
              </a:defRPr>
            </a:lvl3pPr>
            <a:lvl4pPr>
              <a:defRPr sz="2100" b="0">
                <a:solidFill>
                  <a:srgbClr val="162D3A"/>
                </a:solidFill>
              </a:defRPr>
            </a:lvl4pPr>
            <a:lvl5pPr>
              <a:defRPr sz="2100" b="0">
                <a:solidFill>
                  <a:srgbClr val="162D3A"/>
                </a:solidFill>
              </a:defRPr>
            </a:lvl5pPr>
            <a:lvl6pPr>
              <a:defRPr sz="2100" b="0">
                <a:solidFill>
                  <a:srgbClr val="162D3A"/>
                </a:solidFill>
              </a:defRPr>
            </a:lvl6pPr>
            <a:lvl7pPr>
              <a:defRPr sz="2100" b="0">
                <a:solidFill>
                  <a:srgbClr val="162D3A"/>
                </a:solidFill>
              </a:defRPr>
            </a:lvl7pPr>
            <a:lvl8pPr>
              <a:defRPr sz="2100" b="0">
                <a:solidFill>
                  <a:srgbClr val="162D3A"/>
                </a:solidFill>
              </a:defRPr>
            </a:lvl8pPr>
            <a:lvl9pPr>
              <a:defRPr sz="21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F1D7B-416C-423D-BC44-105DD7B7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2D3A"/>
                </a:solidFill>
              </a:defRPr>
            </a:defPPr>
            <a:lvl1pPr>
              <a:defRPr sz="2100" b="0">
                <a:solidFill>
                  <a:srgbClr val="162D3A"/>
                </a:solidFill>
              </a:defRPr>
            </a:lvl1pPr>
            <a:lvl2pPr>
              <a:defRPr sz="2100" b="0">
                <a:solidFill>
                  <a:srgbClr val="162D3A"/>
                </a:solidFill>
              </a:defRPr>
            </a:lvl2pPr>
            <a:lvl3pPr>
              <a:defRPr sz="2100" b="0">
                <a:solidFill>
                  <a:srgbClr val="162D3A"/>
                </a:solidFill>
              </a:defRPr>
            </a:lvl3pPr>
            <a:lvl4pPr>
              <a:defRPr sz="2100" b="0">
                <a:solidFill>
                  <a:srgbClr val="162D3A"/>
                </a:solidFill>
              </a:defRPr>
            </a:lvl4pPr>
            <a:lvl5pPr>
              <a:defRPr sz="2100" b="0">
                <a:solidFill>
                  <a:srgbClr val="162D3A"/>
                </a:solidFill>
              </a:defRPr>
            </a:lvl5pPr>
            <a:lvl6pPr>
              <a:defRPr sz="2100" b="0">
                <a:solidFill>
                  <a:srgbClr val="162D3A"/>
                </a:solidFill>
              </a:defRPr>
            </a:lvl6pPr>
            <a:lvl7pPr>
              <a:defRPr sz="2100" b="0">
                <a:solidFill>
                  <a:srgbClr val="162D3A"/>
                </a:solidFill>
              </a:defRPr>
            </a:lvl7pPr>
            <a:lvl8pPr>
              <a:defRPr sz="2100" b="0">
                <a:solidFill>
                  <a:srgbClr val="162D3A"/>
                </a:solidFill>
              </a:defRPr>
            </a:lvl8pPr>
            <a:lvl9pPr>
              <a:defRPr sz="21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CC66B-5861-4EFD-97E6-7CE3E889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2D3A"/>
                </a:solidFill>
              </a:defRPr>
            </a:defPPr>
            <a:lvl1pPr>
              <a:defRPr sz="1725" b="0">
                <a:solidFill>
                  <a:srgbClr val="162D3A"/>
                </a:solidFill>
              </a:defRPr>
            </a:lvl1pPr>
            <a:lvl2pPr>
              <a:defRPr sz="1725" b="0">
                <a:solidFill>
                  <a:srgbClr val="162D3A"/>
                </a:solidFill>
              </a:defRPr>
            </a:lvl2pPr>
            <a:lvl3pPr>
              <a:defRPr sz="1725" b="0">
                <a:solidFill>
                  <a:srgbClr val="162D3A"/>
                </a:solidFill>
              </a:defRPr>
            </a:lvl3pPr>
            <a:lvl4pPr>
              <a:defRPr sz="1725" b="0">
                <a:solidFill>
                  <a:srgbClr val="162D3A"/>
                </a:solidFill>
              </a:defRPr>
            </a:lvl4pPr>
            <a:lvl5pPr>
              <a:defRPr sz="1725" b="0">
                <a:solidFill>
                  <a:srgbClr val="162D3A"/>
                </a:solidFill>
              </a:defRPr>
            </a:lvl5pPr>
            <a:lvl6pPr>
              <a:defRPr sz="1725" b="0">
                <a:solidFill>
                  <a:srgbClr val="162D3A"/>
                </a:solidFill>
              </a:defRPr>
            </a:lvl6pPr>
            <a:lvl7pPr>
              <a:defRPr sz="1725" b="0">
                <a:solidFill>
                  <a:srgbClr val="162D3A"/>
                </a:solidFill>
              </a:defRPr>
            </a:lvl7pPr>
            <a:lvl8pPr>
              <a:defRPr sz="1725" b="0">
                <a:solidFill>
                  <a:srgbClr val="162D3A"/>
                </a:solidFill>
              </a:defRPr>
            </a:lvl8pPr>
            <a:lvl9pPr>
              <a:defRPr sz="17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3A"/>
                </a:solidFill>
              </a:defRPr>
            </a:pPr>
            <a:r>
              <a:rPr sz="1725" b="0">
                <a:solidFill>
                  <a:srgbClr val="162D3A"/>
                </a:solidFill>
              </a:rPr>
              <a:t>Tezlanish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595C1-D612-48E9-9C0E-2FAD897A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1911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2D3A"/>
                </a:solidFill>
              </a:defRPr>
            </a:defPPr>
            <a:lvl1pPr>
              <a:defRPr sz="1725" b="0">
                <a:solidFill>
                  <a:srgbClr val="162D3A"/>
                </a:solidFill>
              </a:defRPr>
            </a:lvl1pPr>
            <a:lvl2pPr>
              <a:defRPr sz="1725" b="0">
                <a:solidFill>
                  <a:srgbClr val="162D3A"/>
                </a:solidFill>
              </a:defRPr>
            </a:lvl2pPr>
            <a:lvl3pPr>
              <a:defRPr sz="1725" b="0">
                <a:solidFill>
                  <a:srgbClr val="162D3A"/>
                </a:solidFill>
              </a:defRPr>
            </a:lvl3pPr>
            <a:lvl4pPr>
              <a:defRPr sz="1725" b="0">
                <a:solidFill>
                  <a:srgbClr val="162D3A"/>
                </a:solidFill>
              </a:defRPr>
            </a:lvl4pPr>
            <a:lvl5pPr>
              <a:defRPr sz="1725" b="0">
                <a:solidFill>
                  <a:srgbClr val="162D3A"/>
                </a:solidFill>
              </a:defRPr>
            </a:lvl5pPr>
            <a:lvl6pPr>
              <a:defRPr sz="1725" b="0">
                <a:solidFill>
                  <a:srgbClr val="162D3A"/>
                </a:solidFill>
              </a:defRPr>
            </a:lvl6pPr>
            <a:lvl7pPr>
              <a:defRPr sz="1725" b="0">
                <a:solidFill>
                  <a:srgbClr val="162D3A"/>
                </a:solidFill>
              </a:defRPr>
            </a:lvl7pPr>
            <a:lvl8pPr>
              <a:defRPr sz="1725" b="0">
                <a:solidFill>
                  <a:srgbClr val="162D3A"/>
                </a:solidFill>
              </a:defRPr>
            </a:lvl8pPr>
            <a:lvl9pPr>
              <a:defRPr sz="17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3A"/>
                </a:solidFill>
              </a:defRPr>
            </a:pPr>
            <a:r>
              <a:rPr sz="1725" b="0">
                <a:solidFill>
                  <a:srgbClr val="162D3A"/>
                </a:solidFill>
              </a:rPr>
              <a:t>Bir tekis yurish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418DF-1174-4D29-8283-7A367DB5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911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2D3A"/>
                </a:solidFill>
              </a:defRPr>
            </a:defPPr>
            <a:lvl1pPr>
              <a:defRPr sz="1725" b="0">
                <a:solidFill>
                  <a:srgbClr val="162D3A"/>
                </a:solidFill>
              </a:defRPr>
            </a:lvl1pPr>
            <a:lvl2pPr>
              <a:defRPr sz="1725" b="0">
                <a:solidFill>
                  <a:srgbClr val="162D3A"/>
                </a:solidFill>
              </a:defRPr>
            </a:lvl2pPr>
            <a:lvl3pPr>
              <a:defRPr sz="1725" b="0">
                <a:solidFill>
                  <a:srgbClr val="162D3A"/>
                </a:solidFill>
              </a:defRPr>
            </a:lvl3pPr>
            <a:lvl4pPr>
              <a:defRPr sz="1725" b="0">
                <a:solidFill>
                  <a:srgbClr val="162D3A"/>
                </a:solidFill>
              </a:defRPr>
            </a:lvl4pPr>
            <a:lvl5pPr>
              <a:defRPr sz="1725" b="0">
                <a:solidFill>
                  <a:srgbClr val="162D3A"/>
                </a:solidFill>
              </a:defRPr>
            </a:lvl5pPr>
            <a:lvl6pPr>
              <a:defRPr sz="1725" b="0">
                <a:solidFill>
                  <a:srgbClr val="162D3A"/>
                </a:solidFill>
              </a:defRPr>
            </a:lvl6pPr>
            <a:lvl7pPr>
              <a:defRPr sz="1725" b="0">
                <a:solidFill>
                  <a:srgbClr val="162D3A"/>
                </a:solidFill>
              </a:defRPr>
            </a:lvl7pPr>
            <a:lvl8pPr>
              <a:defRPr sz="1725" b="0">
                <a:solidFill>
                  <a:srgbClr val="162D3A"/>
                </a:solidFill>
              </a:defRPr>
            </a:lvl8pPr>
            <a:lvl9pPr>
              <a:defRPr sz="17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3A"/>
                </a:solidFill>
              </a:defRPr>
            </a:pPr>
            <a:r>
              <a:rPr sz="1725" b="0">
                <a:solidFill>
                  <a:srgbClr val="162D3A"/>
                </a:solidFill>
              </a:rPr>
              <a:t>Sekinlashish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0AE92-7EFD-45F7-9B2F-A8BD4EA5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F75"/>
                </a:solidFill>
              </a:defRPr>
            </a:defPPr>
            <a:lvl1pPr>
              <a:defRPr sz="2325" b="1">
                <a:solidFill>
                  <a:srgbClr val="087F75"/>
                </a:solidFill>
              </a:defRPr>
            </a:lvl1pPr>
            <a:lvl2pPr>
              <a:defRPr sz="2325" b="1">
                <a:solidFill>
                  <a:srgbClr val="087F75"/>
                </a:solidFill>
              </a:defRPr>
            </a:lvl2pPr>
            <a:lvl3pPr>
              <a:defRPr sz="2325" b="1">
                <a:solidFill>
                  <a:srgbClr val="087F75"/>
                </a:solidFill>
              </a:defRPr>
            </a:lvl3pPr>
            <a:lvl4pPr>
              <a:defRPr sz="2325" b="1">
                <a:solidFill>
                  <a:srgbClr val="087F75"/>
                </a:solidFill>
              </a:defRPr>
            </a:lvl4pPr>
            <a:lvl5pPr>
              <a:defRPr sz="2325" b="1">
                <a:solidFill>
                  <a:srgbClr val="087F75"/>
                </a:solidFill>
              </a:defRPr>
            </a:lvl5pPr>
            <a:lvl6pPr>
              <a:defRPr sz="2325" b="1">
                <a:solidFill>
                  <a:srgbClr val="087F75"/>
                </a:solidFill>
              </a:defRPr>
            </a:lvl6pPr>
            <a:lvl7pPr>
              <a:defRPr sz="2325" b="1">
                <a:solidFill>
                  <a:srgbClr val="087F75"/>
                </a:solidFill>
              </a:defRPr>
            </a:lvl7pPr>
            <a:lvl8pPr>
              <a:defRPr sz="2325" b="1">
                <a:solidFill>
                  <a:srgbClr val="087F75"/>
                </a:solidFill>
              </a:defRPr>
            </a:lvl8pPr>
            <a:lvl9pPr>
              <a:defRPr sz="23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75"/>
                </a:solidFill>
              </a:defRPr>
            </a:pPr>
            <a:r>
              <a:rPr sz="2325" b="1">
                <a:solidFill>
                  <a:srgbClr val="087F75"/>
                </a:solidFill>
              </a:rPr>
              <a:t>Cheklovlar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48AC4-3CB1-4DDC-9A47-89402AED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2D3A"/>
                </a:solidFill>
              </a:defRPr>
            </a:defPPr>
            <a:lvl1pPr>
              <a:defRPr sz="2100" b="0">
                <a:solidFill>
                  <a:srgbClr val="162D3A"/>
                </a:solidFill>
              </a:defRPr>
            </a:lvl1pPr>
            <a:lvl2pPr>
              <a:defRPr sz="2100" b="0">
                <a:solidFill>
                  <a:srgbClr val="162D3A"/>
                </a:solidFill>
              </a:defRPr>
            </a:lvl2pPr>
            <a:lvl3pPr>
              <a:defRPr sz="2100" b="0">
                <a:solidFill>
                  <a:srgbClr val="162D3A"/>
                </a:solidFill>
              </a:defRPr>
            </a:lvl3pPr>
            <a:lvl4pPr>
              <a:defRPr sz="2100" b="0">
                <a:solidFill>
                  <a:srgbClr val="162D3A"/>
                </a:solidFill>
              </a:defRPr>
            </a:lvl4pPr>
            <a:lvl5pPr>
              <a:defRPr sz="2100" b="0">
                <a:solidFill>
                  <a:srgbClr val="162D3A"/>
                </a:solidFill>
              </a:defRPr>
            </a:lvl5pPr>
            <a:lvl6pPr>
              <a:defRPr sz="2100" b="0">
                <a:solidFill>
                  <a:srgbClr val="162D3A"/>
                </a:solidFill>
              </a:defRPr>
            </a:lvl6pPr>
            <a:lvl7pPr>
              <a:defRPr sz="2100" b="0">
                <a:solidFill>
                  <a:srgbClr val="162D3A"/>
                </a:solidFill>
              </a:defRPr>
            </a:lvl7pPr>
            <a:lvl8pPr>
              <a:defRPr sz="2100" b="0">
                <a:solidFill>
                  <a:srgbClr val="162D3A"/>
                </a:solidFill>
              </a:defRPr>
            </a:lvl8pPr>
            <a:lvl9pPr>
              <a:defRPr sz="21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Maksimal tezlik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Maksimal tezlanish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Bo‘g‘im chegaralari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2DB43C-682F-47F0-8584-927CE075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0717B"/>
                </a:solidFill>
              </a:defRPr>
            </a:defPPr>
            <a:lvl1pPr>
              <a:defRPr sz="1875" b="0">
                <a:solidFill>
                  <a:srgbClr val="60717B"/>
                </a:solidFill>
              </a:defRPr>
            </a:lvl1pPr>
            <a:lvl2pPr>
              <a:defRPr sz="1875" b="0">
                <a:solidFill>
                  <a:srgbClr val="60717B"/>
                </a:solidFill>
              </a:defRPr>
            </a:lvl2pPr>
            <a:lvl3pPr>
              <a:defRPr sz="1875" b="0">
                <a:solidFill>
                  <a:srgbClr val="60717B"/>
                </a:solidFill>
              </a:defRPr>
            </a:lvl3pPr>
            <a:lvl4pPr>
              <a:defRPr sz="1875" b="0">
                <a:solidFill>
                  <a:srgbClr val="60717B"/>
                </a:solidFill>
              </a:defRPr>
            </a:lvl4pPr>
            <a:lvl5pPr>
              <a:defRPr sz="1875" b="0">
                <a:solidFill>
                  <a:srgbClr val="60717B"/>
                </a:solidFill>
              </a:defRPr>
            </a:lvl5pPr>
            <a:lvl6pPr>
              <a:defRPr sz="1875" b="0">
                <a:solidFill>
                  <a:srgbClr val="60717B"/>
                </a:solidFill>
              </a:defRPr>
            </a:lvl6pPr>
            <a:lvl7pPr>
              <a:defRPr sz="1875" b="0">
                <a:solidFill>
                  <a:srgbClr val="60717B"/>
                </a:solidFill>
              </a:defRPr>
            </a:lvl7pPr>
            <a:lvl8pPr>
              <a:defRPr sz="1875" b="0">
                <a:solidFill>
                  <a:srgbClr val="60717B"/>
                </a:solidFill>
              </a:defRPr>
            </a:lvl8pPr>
            <a:lvl9pPr>
              <a:defRPr sz="1875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17B"/>
                </a:solidFill>
              </a:defRPr>
            </a:pPr>
            <a:r>
              <a:rPr sz="1875" b="0">
                <a:solidFill>
                  <a:srgbClr val="60717B"/>
                </a:solidFill>
              </a:rPr>
              <a:t>Qisqa siljishda doimiy tezlik qismi bo‘lmasligi mumkin.</a:t>
            </a:r>
          </a:p>
        </p:txBody>
      </p:sp>
    </p:spTree>
    <p:extLst>
      <p:ext uri="{BB962C8B-B14F-4D97-AF65-F5344CB8AC3E}">
        <p14:creationId xmlns:p14="http://schemas.microsoft.com/office/powerpoint/2010/main" val="7275737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411BD-15D1-40BA-828D-1C56B84F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721D0-3A77-42AB-BE9A-5AD53891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Dastur bajarilish algoritmi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E24F0-E1DE-4F76-B746-3FF56EB4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9D2EB-3326-433E-B8DF-3B343BE1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37836-48C9-476B-8BFF-8A14D9A9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10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2A3E9-D544-42E9-806E-549AFD98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190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5684F-D942-4E00-8E58-DF9ADFF7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5267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1. Boshlang‘ich tekshiruv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BABB0-B5D6-4885-BADE-F908670F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9080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D061D-49D9-4F3B-A658-EA086212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3190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76F93-C3D0-46E0-B4E5-8B450EF7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5267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2. Navbatdagi pozitsiyani o‘qish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DB623-8922-48C7-BF6A-CE33CBD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F2901-6F07-4434-9F0D-A303A96A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3190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C8EE2-2870-48BB-8A0C-2314E5A3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5267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3. Harakatni bajarish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8CCAF-B582-4A50-A8D7-2FC76C6D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52875"/>
            <a:ext cx="3190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77CC4-B045-4CDA-90FE-381CD265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6242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4. Yetishni tasdiqlash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21231-C8EA-4F61-96A2-EFBD50D3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0055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715E3-300C-4F6D-9505-1BDA42FF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52875"/>
            <a:ext cx="3190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85B83-1EE8-43E6-81E3-965AFD0D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6242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5. Texnologik amal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3B235-1720-4AFE-BA39-4B20847D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6777"/>
          </a:solidFill>
          <a:ln xmlns:a="http://schemas.openxmlformats.org/drawingml/2006/main" w="14288">
            <a:solidFill>
              <a:srgbClr val="16677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1269A-1AA1-4258-B9EC-5F48D8A0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52875"/>
            <a:ext cx="3190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C9308-0A59-405B-87A5-11A6B4CC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6242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6. Keyingi bosqich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73D0C-9AB3-4A03-8014-07754C99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F75"/>
                </a:solidFill>
              </a:defRPr>
            </a:defPPr>
            <a:lvl1pPr>
              <a:defRPr sz="2025" b="1">
                <a:solidFill>
                  <a:srgbClr val="087F75"/>
                </a:solidFill>
              </a:defRPr>
            </a:lvl1pPr>
            <a:lvl2pPr>
              <a:defRPr sz="2025" b="1">
                <a:solidFill>
                  <a:srgbClr val="087F75"/>
                </a:solidFill>
              </a:defRPr>
            </a:lvl2pPr>
            <a:lvl3pPr>
              <a:defRPr sz="2025" b="1">
                <a:solidFill>
                  <a:srgbClr val="087F75"/>
                </a:solidFill>
              </a:defRPr>
            </a:lvl3pPr>
            <a:lvl4pPr>
              <a:defRPr sz="2025" b="1">
                <a:solidFill>
                  <a:srgbClr val="087F75"/>
                </a:solidFill>
              </a:defRPr>
            </a:lvl4pPr>
            <a:lvl5pPr>
              <a:defRPr sz="2025" b="1">
                <a:solidFill>
                  <a:srgbClr val="087F75"/>
                </a:solidFill>
              </a:defRPr>
            </a:lvl5pPr>
            <a:lvl6pPr>
              <a:defRPr sz="2025" b="1">
                <a:solidFill>
                  <a:srgbClr val="087F75"/>
                </a:solidFill>
              </a:defRPr>
            </a:lvl6pPr>
            <a:lvl7pPr>
              <a:defRPr sz="2025" b="1">
                <a:solidFill>
                  <a:srgbClr val="087F75"/>
                </a:solidFill>
              </a:defRPr>
            </a:lvl7pPr>
            <a:lvl8pPr>
              <a:defRPr sz="2025" b="1">
                <a:solidFill>
                  <a:srgbClr val="087F75"/>
                </a:solidFill>
              </a:defRPr>
            </a:lvl8pPr>
            <a:lvl9pPr>
              <a:defRPr sz="20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75"/>
                </a:solidFill>
              </a:defRPr>
            </a:pPr>
            <a:r>
              <a:rPr sz="2025" b="1">
                <a:solidFill>
                  <a:srgbClr val="087F75"/>
                </a:solidFill>
              </a:rPr>
              <a:t>Tasdiq signali belgilangan vaqtda kelmasa, kontroller xatoni qayd etadi.</a:t>
            </a:r>
          </a:p>
        </p:txBody>
      </p:sp>
    </p:spTree>
    <p:extLst>
      <p:ext uri="{BB962C8B-B14F-4D97-AF65-F5344CB8AC3E}">
        <p14:creationId xmlns:p14="http://schemas.microsoft.com/office/powerpoint/2010/main" val="11334082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6537D8-4C26-4613-85AE-D4C30B54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26C54-884C-4ED7-87F6-CBE46DD2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Detalni olib qo‘yish sikli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A4A94-3FC4-4410-80F9-1BB39231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12C64-8BDB-49AC-AA79-8D6C7397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405ED-995D-4C90-8C86-758E82F3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11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13A94-E547-4F4A-B2C7-B4596848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P0: kutish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F0048-1C4C-4363-AD88-8BBC31A9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P1: detal tepasiga kelish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23355-9EA1-4BBE-B42D-E4C74F96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F75"/>
                </a:solidFill>
              </a:defRPr>
            </a:defPPr>
            <a:lvl1pPr>
              <a:defRPr sz="2025" b="1">
                <a:solidFill>
                  <a:srgbClr val="087F75"/>
                </a:solidFill>
              </a:defRPr>
            </a:lvl1pPr>
            <a:lvl2pPr>
              <a:defRPr sz="2025" b="1">
                <a:solidFill>
                  <a:srgbClr val="087F75"/>
                </a:solidFill>
              </a:defRPr>
            </a:lvl2pPr>
            <a:lvl3pPr>
              <a:defRPr sz="2025" b="1">
                <a:solidFill>
                  <a:srgbClr val="087F75"/>
                </a:solidFill>
              </a:defRPr>
            </a:lvl3pPr>
            <a:lvl4pPr>
              <a:defRPr sz="2025" b="1">
                <a:solidFill>
                  <a:srgbClr val="087F75"/>
                </a:solidFill>
              </a:defRPr>
            </a:lvl4pPr>
            <a:lvl5pPr>
              <a:defRPr sz="2025" b="1">
                <a:solidFill>
                  <a:srgbClr val="087F75"/>
                </a:solidFill>
              </a:defRPr>
            </a:lvl5pPr>
            <a:lvl6pPr>
              <a:defRPr sz="2025" b="1">
                <a:solidFill>
                  <a:srgbClr val="087F75"/>
                </a:solidFill>
              </a:defRPr>
            </a:lvl6pPr>
            <a:lvl7pPr>
              <a:defRPr sz="2025" b="1">
                <a:solidFill>
                  <a:srgbClr val="087F75"/>
                </a:solidFill>
              </a:defRPr>
            </a:lvl7pPr>
            <a:lvl8pPr>
              <a:defRPr sz="2025" b="1">
                <a:solidFill>
                  <a:srgbClr val="087F75"/>
                </a:solidFill>
              </a:defRPr>
            </a:lvl8pPr>
            <a:lvl9pPr>
              <a:defRPr sz="20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75"/>
                </a:solidFill>
              </a:defRPr>
            </a:pPr>
            <a:r>
              <a:rPr sz="2025" b="1">
                <a:solidFill>
                  <a:srgbClr val="087F75"/>
                </a:solidFill>
              </a:rPr>
              <a:t>P2: tushish va ushlash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8266A-376E-4A8F-9587-A3C33648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P3: ko‘tarish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AE49E-40E0-4063-A9C2-10001F3E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P4: qo‘yish joyiga kelish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A6844-70AD-4744-AE04-82299ED5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F75"/>
                </a:solidFill>
              </a:defRPr>
            </a:defPPr>
            <a:lvl1pPr>
              <a:defRPr sz="2025" b="1">
                <a:solidFill>
                  <a:srgbClr val="087F75"/>
                </a:solidFill>
              </a:defRPr>
            </a:lvl1pPr>
            <a:lvl2pPr>
              <a:defRPr sz="2025" b="1">
                <a:solidFill>
                  <a:srgbClr val="087F75"/>
                </a:solidFill>
              </a:defRPr>
            </a:lvl2pPr>
            <a:lvl3pPr>
              <a:defRPr sz="2025" b="1">
                <a:solidFill>
                  <a:srgbClr val="087F75"/>
                </a:solidFill>
              </a:defRPr>
            </a:lvl3pPr>
            <a:lvl4pPr>
              <a:defRPr sz="2025" b="1">
                <a:solidFill>
                  <a:srgbClr val="087F75"/>
                </a:solidFill>
              </a:defRPr>
            </a:lvl4pPr>
            <a:lvl5pPr>
              <a:defRPr sz="2025" b="1">
                <a:solidFill>
                  <a:srgbClr val="087F75"/>
                </a:solidFill>
              </a:defRPr>
            </a:lvl5pPr>
            <a:lvl6pPr>
              <a:defRPr sz="2025" b="1">
                <a:solidFill>
                  <a:srgbClr val="087F75"/>
                </a:solidFill>
              </a:defRPr>
            </a:lvl6pPr>
            <a:lvl7pPr>
              <a:defRPr sz="2025" b="1">
                <a:solidFill>
                  <a:srgbClr val="087F75"/>
                </a:solidFill>
              </a:defRPr>
            </a:lvl7pPr>
            <a:lvl8pPr>
              <a:defRPr sz="2025" b="1">
                <a:solidFill>
                  <a:srgbClr val="087F75"/>
                </a:solidFill>
              </a:defRPr>
            </a:lvl8pPr>
            <a:lvl9pPr>
              <a:defRPr sz="20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75"/>
                </a:solidFill>
              </a:defRPr>
            </a:pPr>
            <a:r>
              <a:rPr sz="2025" b="1">
                <a:solidFill>
                  <a:srgbClr val="087F75"/>
                </a:solidFill>
              </a:rPr>
              <a:t>P5: tushish va bo‘shatish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E089B-3B66-457B-BDBE-3B720F4E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762750" y="5048250"/>
            <a:ext cx="438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2D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FADED-2AFE-450E-B6AD-FD9FF727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43750" y="3333750"/>
            <a:ext cx="952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67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017F3-B686-4624-88E1-E1C56F2C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43750" y="3333750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677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F8359-4D65-483C-AAEC-F9A0E463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477500" y="3333750"/>
            <a:ext cx="952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67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06E32-F464-499B-B990-BDFC45C2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14288">
            <a:solidFill>
              <a:srgbClr val="087F7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A4EF6-82B1-4D14-AC10-325903D0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765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F75"/>
                </a:solidFill>
              </a:defRPr>
            </a:defPPr>
            <a:lvl1pPr>
              <a:defRPr sz="1725" b="1">
                <a:solidFill>
                  <a:srgbClr val="087F75"/>
                </a:solidFill>
              </a:defRPr>
            </a:lvl1pPr>
            <a:lvl2pPr>
              <a:defRPr sz="1725" b="1">
                <a:solidFill>
                  <a:srgbClr val="087F75"/>
                </a:solidFill>
              </a:defRPr>
            </a:lvl2pPr>
            <a:lvl3pPr>
              <a:defRPr sz="1725" b="1">
                <a:solidFill>
                  <a:srgbClr val="087F75"/>
                </a:solidFill>
              </a:defRPr>
            </a:lvl3pPr>
            <a:lvl4pPr>
              <a:defRPr sz="1725" b="1">
                <a:solidFill>
                  <a:srgbClr val="087F75"/>
                </a:solidFill>
              </a:defRPr>
            </a:lvl4pPr>
            <a:lvl5pPr>
              <a:defRPr sz="1725" b="1">
                <a:solidFill>
                  <a:srgbClr val="087F75"/>
                </a:solidFill>
              </a:defRPr>
            </a:lvl5pPr>
            <a:lvl6pPr>
              <a:defRPr sz="1725" b="1">
                <a:solidFill>
                  <a:srgbClr val="087F75"/>
                </a:solidFill>
              </a:defRPr>
            </a:lvl6pPr>
            <a:lvl7pPr>
              <a:defRPr sz="1725" b="1">
                <a:solidFill>
                  <a:srgbClr val="087F75"/>
                </a:solidFill>
              </a:defRPr>
            </a:lvl7pPr>
            <a:lvl8pPr>
              <a:defRPr sz="1725" b="1">
                <a:solidFill>
                  <a:srgbClr val="087F75"/>
                </a:solidFill>
              </a:defRPr>
            </a:lvl8pPr>
            <a:lvl9pPr>
              <a:defRPr sz="17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75"/>
                </a:solidFill>
              </a:defRPr>
            </a:pPr>
            <a:r>
              <a:rPr sz="1725" b="1">
                <a:solidFill>
                  <a:srgbClr val="087F75"/>
                </a:solidFill>
              </a:rPr>
              <a:t>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E11F3D-D63C-48A9-890E-6371A913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24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14288">
            <a:solidFill>
              <a:srgbClr val="087F7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3C610-8D75-4635-8BFD-94A77E06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62450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F75"/>
                </a:solidFill>
              </a:defRPr>
            </a:defPPr>
            <a:lvl1pPr>
              <a:defRPr sz="1725" b="1">
                <a:solidFill>
                  <a:srgbClr val="087F75"/>
                </a:solidFill>
              </a:defRPr>
            </a:lvl1pPr>
            <a:lvl2pPr>
              <a:defRPr sz="1725" b="1">
                <a:solidFill>
                  <a:srgbClr val="087F75"/>
                </a:solidFill>
              </a:defRPr>
            </a:lvl2pPr>
            <a:lvl3pPr>
              <a:defRPr sz="1725" b="1">
                <a:solidFill>
                  <a:srgbClr val="087F75"/>
                </a:solidFill>
              </a:defRPr>
            </a:lvl3pPr>
            <a:lvl4pPr>
              <a:defRPr sz="1725" b="1">
                <a:solidFill>
                  <a:srgbClr val="087F75"/>
                </a:solidFill>
              </a:defRPr>
            </a:lvl4pPr>
            <a:lvl5pPr>
              <a:defRPr sz="1725" b="1">
                <a:solidFill>
                  <a:srgbClr val="087F75"/>
                </a:solidFill>
              </a:defRPr>
            </a:lvl5pPr>
            <a:lvl6pPr>
              <a:defRPr sz="1725" b="1">
                <a:solidFill>
                  <a:srgbClr val="087F75"/>
                </a:solidFill>
              </a:defRPr>
            </a:lvl6pPr>
            <a:lvl7pPr>
              <a:defRPr sz="1725" b="1">
                <a:solidFill>
                  <a:srgbClr val="087F75"/>
                </a:solidFill>
              </a:defRPr>
            </a:lvl7pPr>
            <a:lvl8pPr>
              <a:defRPr sz="1725" b="1">
                <a:solidFill>
                  <a:srgbClr val="087F75"/>
                </a:solidFill>
              </a:defRPr>
            </a:lvl8pPr>
            <a:lvl9pPr>
              <a:defRPr sz="17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75"/>
                </a:solidFill>
              </a:defRPr>
            </a:pPr>
            <a:r>
              <a:rPr sz="1725" b="1">
                <a:solidFill>
                  <a:srgbClr val="087F75"/>
                </a:solidFill>
              </a:rPr>
              <a:t>P2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D35AA-AE4F-423F-9EA7-3EC30F62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14288">
            <a:solidFill>
              <a:srgbClr val="087F7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51DDE-EAFF-4A4D-9641-0D42B65B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0765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F75"/>
                </a:solidFill>
              </a:defRPr>
            </a:defPPr>
            <a:lvl1pPr>
              <a:defRPr sz="1725" b="1">
                <a:solidFill>
                  <a:srgbClr val="087F75"/>
                </a:solidFill>
              </a:defRPr>
            </a:lvl1pPr>
            <a:lvl2pPr>
              <a:defRPr sz="1725" b="1">
                <a:solidFill>
                  <a:srgbClr val="087F75"/>
                </a:solidFill>
              </a:defRPr>
            </a:lvl2pPr>
            <a:lvl3pPr>
              <a:defRPr sz="1725" b="1">
                <a:solidFill>
                  <a:srgbClr val="087F75"/>
                </a:solidFill>
              </a:defRPr>
            </a:lvl3pPr>
            <a:lvl4pPr>
              <a:defRPr sz="1725" b="1">
                <a:solidFill>
                  <a:srgbClr val="087F75"/>
                </a:solidFill>
              </a:defRPr>
            </a:lvl4pPr>
            <a:lvl5pPr>
              <a:defRPr sz="1725" b="1">
                <a:solidFill>
                  <a:srgbClr val="087F75"/>
                </a:solidFill>
              </a:defRPr>
            </a:lvl5pPr>
            <a:lvl6pPr>
              <a:defRPr sz="1725" b="1">
                <a:solidFill>
                  <a:srgbClr val="087F75"/>
                </a:solidFill>
              </a:defRPr>
            </a:lvl6pPr>
            <a:lvl7pPr>
              <a:defRPr sz="1725" b="1">
                <a:solidFill>
                  <a:srgbClr val="087F75"/>
                </a:solidFill>
              </a:defRPr>
            </a:lvl7pPr>
            <a:lvl8pPr>
              <a:defRPr sz="1725" b="1">
                <a:solidFill>
                  <a:srgbClr val="087F75"/>
                </a:solidFill>
              </a:defRPr>
            </a:lvl8pPr>
            <a:lvl9pPr>
              <a:defRPr sz="17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75"/>
                </a:solidFill>
              </a:defRPr>
            </a:pPr>
            <a:r>
              <a:rPr sz="1725" b="1">
                <a:solidFill>
                  <a:srgbClr val="087F75"/>
                </a:solidFill>
              </a:rPr>
              <a:t>P4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4560B-5F71-483D-91D5-0FC1763E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24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14288">
            <a:solidFill>
              <a:srgbClr val="087F7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21A0F3-987C-42A7-BCC0-F8360790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362450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F75"/>
                </a:solidFill>
              </a:defRPr>
            </a:defPPr>
            <a:lvl1pPr>
              <a:defRPr sz="1725" b="1">
                <a:solidFill>
                  <a:srgbClr val="087F75"/>
                </a:solidFill>
              </a:defRPr>
            </a:lvl1pPr>
            <a:lvl2pPr>
              <a:defRPr sz="1725" b="1">
                <a:solidFill>
                  <a:srgbClr val="087F75"/>
                </a:solidFill>
              </a:defRPr>
            </a:lvl2pPr>
            <a:lvl3pPr>
              <a:defRPr sz="1725" b="1">
                <a:solidFill>
                  <a:srgbClr val="087F75"/>
                </a:solidFill>
              </a:defRPr>
            </a:lvl3pPr>
            <a:lvl4pPr>
              <a:defRPr sz="1725" b="1">
                <a:solidFill>
                  <a:srgbClr val="087F75"/>
                </a:solidFill>
              </a:defRPr>
            </a:lvl4pPr>
            <a:lvl5pPr>
              <a:defRPr sz="1725" b="1">
                <a:solidFill>
                  <a:srgbClr val="087F75"/>
                </a:solidFill>
              </a:defRPr>
            </a:lvl5pPr>
            <a:lvl6pPr>
              <a:defRPr sz="1725" b="1">
                <a:solidFill>
                  <a:srgbClr val="087F75"/>
                </a:solidFill>
              </a:defRPr>
            </a:lvl6pPr>
            <a:lvl7pPr>
              <a:defRPr sz="1725" b="1">
                <a:solidFill>
                  <a:srgbClr val="087F75"/>
                </a:solidFill>
              </a:defRPr>
            </a:lvl7pPr>
            <a:lvl8pPr>
              <a:defRPr sz="1725" b="1">
                <a:solidFill>
                  <a:srgbClr val="087F75"/>
                </a:solidFill>
              </a:defRPr>
            </a:lvl8pPr>
            <a:lvl9pPr>
              <a:defRPr sz="17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F75"/>
                </a:solidFill>
              </a:defRPr>
            </a:pPr>
            <a:r>
              <a:rPr sz="1725" b="1">
                <a:solidFill>
                  <a:srgbClr val="087F75"/>
                </a:solidFill>
              </a:rPr>
              <a:t>P5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BE0BC-99F0-4042-8FD3-D446251D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05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2D3A"/>
                </a:solidFill>
              </a:defRPr>
            </a:defPPr>
            <a:lvl1pPr>
              <a:defRPr sz="1725" b="0">
                <a:solidFill>
                  <a:srgbClr val="162D3A"/>
                </a:solidFill>
              </a:defRPr>
            </a:lvl1pPr>
            <a:lvl2pPr>
              <a:defRPr sz="1725" b="0">
                <a:solidFill>
                  <a:srgbClr val="162D3A"/>
                </a:solidFill>
              </a:defRPr>
            </a:lvl2pPr>
            <a:lvl3pPr>
              <a:defRPr sz="1725" b="0">
                <a:solidFill>
                  <a:srgbClr val="162D3A"/>
                </a:solidFill>
              </a:defRPr>
            </a:lvl3pPr>
            <a:lvl4pPr>
              <a:defRPr sz="1725" b="0">
                <a:solidFill>
                  <a:srgbClr val="162D3A"/>
                </a:solidFill>
              </a:defRPr>
            </a:lvl4pPr>
            <a:lvl5pPr>
              <a:defRPr sz="1725" b="0">
                <a:solidFill>
                  <a:srgbClr val="162D3A"/>
                </a:solidFill>
              </a:defRPr>
            </a:lvl5pPr>
            <a:lvl6pPr>
              <a:defRPr sz="1725" b="0">
                <a:solidFill>
                  <a:srgbClr val="162D3A"/>
                </a:solidFill>
              </a:defRPr>
            </a:lvl6pPr>
            <a:lvl7pPr>
              <a:defRPr sz="1725" b="0">
                <a:solidFill>
                  <a:srgbClr val="162D3A"/>
                </a:solidFill>
              </a:defRPr>
            </a:lvl7pPr>
            <a:lvl8pPr>
              <a:defRPr sz="1725" b="0">
                <a:solidFill>
                  <a:srgbClr val="162D3A"/>
                </a:solidFill>
              </a:defRPr>
            </a:lvl8pPr>
            <a:lvl9pPr>
              <a:defRPr sz="17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3A"/>
                </a:solidFill>
              </a:defRPr>
            </a:pPr>
            <a:r>
              <a:rPr sz="1725" b="0">
                <a:solidFill>
                  <a:srgbClr val="162D3A"/>
                </a:solidFill>
              </a:rPr>
              <a:t>Olish joyi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EAE34-8B2F-4D41-A0D1-AEA9C5F7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054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2D3A"/>
                </a:solidFill>
              </a:defRPr>
            </a:defPPr>
            <a:lvl1pPr>
              <a:defRPr sz="1725" b="0">
                <a:solidFill>
                  <a:srgbClr val="162D3A"/>
                </a:solidFill>
              </a:defRPr>
            </a:lvl1pPr>
            <a:lvl2pPr>
              <a:defRPr sz="1725" b="0">
                <a:solidFill>
                  <a:srgbClr val="162D3A"/>
                </a:solidFill>
              </a:defRPr>
            </a:lvl2pPr>
            <a:lvl3pPr>
              <a:defRPr sz="1725" b="0">
                <a:solidFill>
                  <a:srgbClr val="162D3A"/>
                </a:solidFill>
              </a:defRPr>
            </a:lvl3pPr>
            <a:lvl4pPr>
              <a:defRPr sz="1725" b="0">
                <a:solidFill>
                  <a:srgbClr val="162D3A"/>
                </a:solidFill>
              </a:defRPr>
            </a:lvl4pPr>
            <a:lvl5pPr>
              <a:defRPr sz="1725" b="0">
                <a:solidFill>
                  <a:srgbClr val="162D3A"/>
                </a:solidFill>
              </a:defRPr>
            </a:lvl5pPr>
            <a:lvl6pPr>
              <a:defRPr sz="1725" b="0">
                <a:solidFill>
                  <a:srgbClr val="162D3A"/>
                </a:solidFill>
              </a:defRPr>
            </a:lvl6pPr>
            <a:lvl7pPr>
              <a:defRPr sz="1725" b="0">
                <a:solidFill>
                  <a:srgbClr val="162D3A"/>
                </a:solidFill>
              </a:defRPr>
            </a:lvl7pPr>
            <a:lvl8pPr>
              <a:defRPr sz="1725" b="0">
                <a:solidFill>
                  <a:srgbClr val="162D3A"/>
                </a:solidFill>
              </a:defRPr>
            </a:lvl8pPr>
            <a:lvl9pPr>
              <a:defRPr sz="17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3A"/>
                </a:solidFill>
              </a:defRPr>
            </a:pPr>
            <a:r>
              <a:rPr sz="1725" b="0">
                <a:solidFill>
                  <a:srgbClr val="162D3A"/>
                </a:solidFill>
              </a:rPr>
              <a:t>Qo‘yish joyi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68DC58-28D3-4F12-AC6C-EECE98E3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0717B"/>
                </a:solidFill>
              </a:defRPr>
            </a:defPPr>
            <a:lvl1pPr>
              <a:defRPr sz="1425" b="0">
                <a:solidFill>
                  <a:srgbClr val="60717B"/>
                </a:solidFill>
              </a:defRPr>
            </a:lvl1pPr>
            <a:lvl2pPr>
              <a:defRPr sz="1425" b="0">
                <a:solidFill>
                  <a:srgbClr val="60717B"/>
                </a:solidFill>
              </a:defRPr>
            </a:lvl2pPr>
            <a:lvl3pPr>
              <a:defRPr sz="1425" b="0">
                <a:solidFill>
                  <a:srgbClr val="60717B"/>
                </a:solidFill>
              </a:defRPr>
            </a:lvl3pPr>
            <a:lvl4pPr>
              <a:defRPr sz="1425" b="0">
                <a:solidFill>
                  <a:srgbClr val="60717B"/>
                </a:solidFill>
              </a:defRPr>
            </a:lvl4pPr>
            <a:lvl5pPr>
              <a:defRPr sz="1425" b="0">
                <a:solidFill>
                  <a:srgbClr val="60717B"/>
                </a:solidFill>
              </a:defRPr>
            </a:lvl5pPr>
            <a:lvl6pPr>
              <a:defRPr sz="1425" b="0">
                <a:solidFill>
                  <a:srgbClr val="60717B"/>
                </a:solidFill>
              </a:defRPr>
            </a:lvl6pPr>
            <a:lvl7pPr>
              <a:defRPr sz="1425" b="0">
                <a:solidFill>
                  <a:srgbClr val="60717B"/>
                </a:solidFill>
              </a:defRPr>
            </a:lvl7pPr>
            <a:lvl8pPr>
              <a:defRPr sz="1425" b="0">
                <a:solidFill>
                  <a:srgbClr val="60717B"/>
                </a:solidFill>
              </a:defRPr>
            </a:lvl8pPr>
            <a:lvl9pPr>
              <a:defRPr sz="1425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17B"/>
                </a:solidFill>
              </a:defRPr>
            </a:pPr>
            <a:r>
              <a:rPr sz="1425" b="0">
                <a:solidFill>
                  <a:srgbClr val="60717B"/>
                </a:solidFill>
              </a:rPr>
              <a:t>Soddalashtirilgan ko‘chirish sxemasi</a:t>
            </a:r>
          </a:p>
        </p:txBody>
      </p:sp>
    </p:spTree>
    <p:extLst>
      <p:ext uri="{BB962C8B-B14F-4D97-AF65-F5344CB8AC3E}">
        <p14:creationId xmlns:p14="http://schemas.microsoft.com/office/powerpoint/2010/main" val="12774779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4FFDD-1BA4-4757-B3D1-239BF7E8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5C4C9-E6F9-4276-9557-7BA0F77E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Dastur namunasi va blokirovkalar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B13C4-93B2-478E-B308-9E2721CE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3DD4B-6610-44FF-878F-0C849887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2A077-C0B9-49ED-B2A5-38F4C131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12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66AA9-848C-4113-B803-0F4C366D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6777"/>
                </a:solidFill>
              </a:defRPr>
            </a:defPPr>
            <a:lvl1pPr>
              <a:defRPr sz="2100" b="1">
                <a:solidFill>
                  <a:srgbClr val="166777"/>
                </a:solidFill>
              </a:defRPr>
            </a:lvl1pPr>
            <a:lvl2pPr>
              <a:defRPr sz="2100" b="1">
                <a:solidFill>
                  <a:srgbClr val="166777"/>
                </a:solidFill>
              </a:defRPr>
            </a:lvl2pPr>
            <a:lvl3pPr>
              <a:defRPr sz="2100" b="1">
                <a:solidFill>
                  <a:srgbClr val="166777"/>
                </a:solidFill>
              </a:defRPr>
            </a:lvl3pPr>
            <a:lvl4pPr>
              <a:defRPr sz="2100" b="1">
                <a:solidFill>
                  <a:srgbClr val="166777"/>
                </a:solidFill>
              </a:defRPr>
            </a:lvl4pPr>
            <a:lvl5pPr>
              <a:defRPr sz="2100" b="1">
                <a:solidFill>
                  <a:srgbClr val="166777"/>
                </a:solidFill>
              </a:defRPr>
            </a:lvl5pPr>
            <a:lvl6pPr>
              <a:defRPr sz="2100" b="1">
                <a:solidFill>
                  <a:srgbClr val="166777"/>
                </a:solidFill>
              </a:defRPr>
            </a:lvl6pPr>
            <a:lvl7pPr>
              <a:defRPr sz="2100" b="1">
                <a:solidFill>
                  <a:srgbClr val="166777"/>
                </a:solidFill>
              </a:defRPr>
            </a:lvl7pPr>
            <a:lvl8pPr>
              <a:defRPr sz="2100" b="1">
                <a:solidFill>
                  <a:srgbClr val="166777"/>
                </a:solidFill>
              </a:defRPr>
            </a:lvl8pPr>
            <a:lvl9pPr>
              <a:defRPr sz="2100" b="1">
                <a:solidFill>
                  <a:srgbClr val="166777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6777"/>
                </a:solidFill>
              </a:defRPr>
            </a:pPr>
            <a:r>
              <a:rPr sz="2100" b="1">
                <a:solidFill>
                  <a:srgbClr val="166777"/>
                </a:solidFill>
              </a:rPr>
              <a:t>Shartli psevdokod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6C7D0-A98A-4E53-9BA2-8D78ACEA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5905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2D3A"/>
                </a:solidFill>
              </a:defRPr>
            </a:defPPr>
            <a:lvl1pPr>
              <a:defRPr sz="1950" b="0">
                <a:solidFill>
                  <a:srgbClr val="162D3A"/>
                </a:solidFill>
              </a:defRPr>
            </a:lvl1pPr>
            <a:lvl2pPr>
              <a:defRPr sz="1950" b="0">
                <a:solidFill>
                  <a:srgbClr val="162D3A"/>
                </a:solidFill>
              </a:defRPr>
            </a:lvl2pPr>
            <a:lvl3pPr>
              <a:defRPr sz="1950" b="0">
                <a:solidFill>
                  <a:srgbClr val="162D3A"/>
                </a:solidFill>
              </a:defRPr>
            </a:lvl3pPr>
            <a:lvl4pPr>
              <a:defRPr sz="1950" b="0">
                <a:solidFill>
                  <a:srgbClr val="162D3A"/>
                </a:solidFill>
              </a:defRPr>
            </a:lvl4pPr>
            <a:lvl5pPr>
              <a:defRPr sz="1950" b="0">
                <a:solidFill>
                  <a:srgbClr val="162D3A"/>
                </a:solidFill>
              </a:defRPr>
            </a:lvl5pPr>
            <a:lvl6pPr>
              <a:defRPr sz="1950" b="0">
                <a:solidFill>
                  <a:srgbClr val="162D3A"/>
                </a:solidFill>
              </a:defRPr>
            </a:lvl6pPr>
            <a:lvl7pPr>
              <a:defRPr sz="1950" b="0">
                <a:solidFill>
                  <a:srgbClr val="162D3A"/>
                </a:solidFill>
              </a:defRPr>
            </a:lvl7pPr>
            <a:lvl8pPr>
              <a:defRPr sz="1950" b="0">
                <a:solidFill>
                  <a:srgbClr val="162D3A"/>
                </a:solidFill>
              </a:defRPr>
            </a:lvl8pPr>
            <a:lvl9pPr>
              <a:defRPr sz="195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01  WAIT detal_bor</a:t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02  MOVE P1</a:t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03  MOVE P2</a:t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04  CLOSE qisqich</a:t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05  WAIT detal_ushlandi</a:t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06  MOVE P3</a:t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07  MOVE P4</a:t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08  MOVE P5</a:t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09  OPEN qisqich</a:t>
            </a:r>
          </a:p>
          <a:p xmlns:a="http://schemas.openxmlformats.org/drawingml/2006/main">
            <a:pPr>
              <a:defRPr sz="1950" b="0">
                <a:solidFill>
                  <a:srgbClr val="162D3A"/>
                </a:solidFill>
              </a:defRPr>
            </a:pPr>
            <a:r>
              <a:rPr sz="1950" b="0">
                <a:solidFill>
                  <a:srgbClr val="162D3A"/>
                </a:solidFill>
              </a:rPr>
              <a:t>10  MOVE P0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382B6-29DD-4849-9BFB-8B3940F9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F75"/>
                </a:solidFill>
              </a:defRPr>
            </a:defPPr>
            <a:lvl1pPr>
              <a:defRPr sz="2325" b="1">
                <a:solidFill>
                  <a:srgbClr val="087F75"/>
                </a:solidFill>
              </a:defRPr>
            </a:lvl1pPr>
            <a:lvl2pPr>
              <a:defRPr sz="2325" b="1">
                <a:solidFill>
                  <a:srgbClr val="087F75"/>
                </a:solidFill>
              </a:defRPr>
            </a:lvl2pPr>
            <a:lvl3pPr>
              <a:defRPr sz="2325" b="1">
                <a:solidFill>
                  <a:srgbClr val="087F75"/>
                </a:solidFill>
              </a:defRPr>
            </a:lvl3pPr>
            <a:lvl4pPr>
              <a:defRPr sz="2325" b="1">
                <a:solidFill>
                  <a:srgbClr val="087F75"/>
                </a:solidFill>
              </a:defRPr>
            </a:lvl4pPr>
            <a:lvl5pPr>
              <a:defRPr sz="2325" b="1">
                <a:solidFill>
                  <a:srgbClr val="087F75"/>
                </a:solidFill>
              </a:defRPr>
            </a:lvl5pPr>
            <a:lvl6pPr>
              <a:defRPr sz="2325" b="1">
                <a:solidFill>
                  <a:srgbClr val="087F75"/>
                </a:solidFill>
              </a:defRPr>
            </a:lvl6pPr>
            <a:lvl7pPr>
              <a:defRPr sz="2325" b="1">
                <a:solidFill>
                  <a:srgbClr val="087F75"/>
                </a:solidFill>
              </a:defRPr>
            </a:lvl7pPr>
            <a:lvl8pPr>
              <a:defRPr sz="2325" b="1">
                <a:solidFill>
                  <a:srgbClr val="087F75"/>
                </a:solidFill>
              </a:defRPr>
            </a:lvl8pPr>
            <a:lvl9pPr>
              <a:defRPr sz="23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75"/>
                </a:solidFill>
              </a:defRPr>
            </a:pPr>
            <a:r>
              <a:rPr sz="2325" b="1">
                <a:solidFill>
                  <a:srgbClr val="087F75"/>
                </a:solidFill>
              </a:rPr>
              <a:t>Keyingi amal qachon boshlanadi?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2F4D2-B96A-490B-B2C7-14C73579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4286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Detal mavjudligi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Qisqichning tasdiq signali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Maqsad pozitsiyaga yetish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Kutish vaqtining chegarasi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1C829-D4EC-4408-B715-926557F9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00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0717B"/>
                </a:solidFill>
              </a:defRPr>
            </a:defPPr>
            <a:lvl1pPr>
              <a:defRPr sz="1575" b="0">
                <a:solidFill>
                  <a:srgbClr val="60717B"/>
                </a:solidFill>
              </a:defRPr>
            </a:lvl1pPr>
            <a:lvl2pPr>
              <a:defRPr sz="1575" b="0">
                <a:solidFill>
                  <a:srgbClr val="60717B"/>
                </a:solidFill>
              </a:defRPr>
            </a:lvl2pPr>
            <a:lvl3pPr>
              <a:defRPr sz="1575" b="0">
                <a:solidFill>
                  <a:srgbClr val="60717B"/>
                </a:solidFill>
              </a:defRPr>
            </a:lvl3pPr>
            <a:lvl4pPr>
              <a:defRPr sz="1575" b="0">
                <a:solidFill>
                  <a:srgbClr val="60717B"/>
                </a:solidFill>
              </a:defRPr>
            </a:lvl4pPr>
            <a:lvl5pPr>
              <a:defRPr sz="1575" b="0">
                <a:solidFill>
                  <a:srgbClr val="60717B"/>
                </a:solidFill>
              </a:defRPr>
            </a:lvl5pPr>
            <a:lvl6pPr>
              <a:defRPr sz="1575" b="0">
                <a:solidFill>
                  <a:srgbClr val="60717B"/>
                </a:solidFill>
              </a:defRPr>
            </a:lvl6pPr>
            <a:lvl7pPr>
              <a:defRPr sz="1575" b="0">
                <a:solidFill>
                  <a:srgbClr val="60717B"/>
                </a:solidFill>
              </a:defRPr>
            </a:lvl7pPr>
            <a:lvl8pPr>
              <a:defRPr sz="1575" b="0">
                <a:solidFill>
                  <a:srgbClr val="60717B"/>
                </a:solidFill>
              </a:defRPr>
            </a:lvl8pPr>
            <a:lvl9pPr>
              <a:defRPr sz="1575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717B"/>
                </a:solidFill>
              </a:defRPr>
            </a:pPr>
            <a:r>
              <a:rPr sz="1575" b="0">
                <a:solidFill>
                  <a:srgbClr val="60717B"/>
                </a:solidFill>
              </a:rPr>
              <a:t>Buyruqlar o‘quv misoli. Aniq sintaksis kontrollerga bog‘liq.</a:t>
            </a:r>
          </a:p>
        </p:txBody>
      </p:sp>
    </p:spTree>
    <p:extLst>
      <p:ext uri="{BB962C8B-B14F-4D97-AF65-F5344CB8AC3E}">
        <p14:creationId xmlns:p14="http://schemas.microsoft.com/office/powerpoint/2010/main" val="3853550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D785C-70C6-459B-8EDC-04F01A7D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83D0C-E6D2-4918-A25B-665DFC1A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Dasturlash va sozlash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CB807-0B88-4242-A1F1-862ECB93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BE562-3A33-436A-9917-7C26C309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F01BE-D4B0-481A-A430-117BCEE4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13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D9D27-4B7F-4D7F-BE3C-3BAB1EBF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87F75"/>
                </a:solidFill>
              </a:defRPr>
            </a:defPPr>
            <a:lvl1pPr>
              <a:defRPr sz="1500" b="1">
                <a:solidFill>
                  <a:srgbClr val="087F75"/>
                </a:solidFill>
              </a:defRPr>
            </a:lvl1pPr>
            <a:lvl2pPr>
              <a:defRPr sz="1500" b="1">
                <a:solidFill>
                  <a:srgbClr val="087F75"/>
                </a:solidFill>
              </a:defRPr>
            </a:lvl2pPr>
            <a:lvl3pPr>
              <a:defRPr sz="1500" b="1">
                <a:solidFill>
                  <a:srgbClr val="087F75"/>
                </a:solidFill>
              </a:defRPr>
            </a:lvl3pPr>
            <a:lvl4pPr>
              <a:defRPr sz="1500" b="1">
                <a:solidFill>
                  <a:srgbClr val="087F75"/>
                </a:solidFill>
              </a:defRPr>
            </a:lvl4pPr>
            <a:lvl5pPr>
              <a:defRPr sz="1500" b="1">
                <a:solidFill>
                  <a:srgbClr val="087F75"/>
                </a:solidFill>
              </a:defRPr>
            </a:lvl5pPr>
            <a:lvl6pPr>
              <a:defRPr sz="1500" b="1">
                <a:solidFill>
                  <a:srgbClr val="087F75"/>
                </a:solidFill>
              </a:defRPr>
            </a:lvl6pPr>
            <a:lvl7pPr>
              <a:defRPr sz="1500" b="1">
                <a:solidFill>
                  <a:srgbClr val="087F75"/>
                </a:solidFill>
              </a:defRPr>
            </a:lvl7pPr>
            <a:lvl8pPr>
              <a:defRPr sz="1500" b="1">
                <a:solidFill>
                  <a:srgbClr val="087F75"/>
                </a:solidFill>
              </a:defRPr>
            </a:lvl8pPr>
            <a:lvl9pPr>
              <a:defRPr sz="15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F75"/>
                </a:solidFill>
              </a:defRPr>
            </a:pPr>
            <a:r>
              <a:rPr sz="1500" b="1">
                <a:solidFill>
                  <a:srgbClr val="087F7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E9A4F-8B50-4C57-ACE6-73F476E1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952625"/>
            <a:ext cx="56578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Operator robotni kerakli holatga olib keladi va shu pozitsiyani xotiraga yozadi.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05368-63E6-4B37-A3E2-DFF06F5A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87F75"/>
                </a:solidFill>
              </a:defRPr>
            </a:defPPr>
            <a:lvl1pPr>
              <a:defRPr sz="1500" b="1">
                <a:solidFill>
                  <a:srgbClr val="087F75"/>
                </a:solidFill>
              </a:defRPr>
            </a:lvl1pPr>
            <a:lvl2pPr>
              <a:defRPr sz="1500" b="1">
                <a:solidFill>
                  <a:srgbClr val="087F75"/>
                </a:solidFill>
              </a:defRPr>
            </a:lvl2pPr>
            <a:lvl3pPr>
              <a:defRPr sz="1500" b="1">
                <a:solidFill>
                  <a:srgbClr val="087F75"/>
                </a:solidFill>
              </a:defRPr>
            </a:lvl3pPr>
            <a:lvl4pPr>
              <a:defRPr sz="1500" b="1">
                <a:solidFill>
                  <a:srgbClr val="087F75"/>
                </a:solidFill>
              </a:defRPr>
            </a:lvl4pPr>
            <a:lvl5pPr>
              <a:defRPr sz="1500" b="1">
                <a:solidFill>
                  <a:srgbClr val="087F75"/>
                </a:solidFill>
              </a:defRPr>
            </a:lvl5pPr>
            <a:lvl6pPr>
              <a:defRPr sz="1500" b="1">
                <a:solidFill>
                  <a:srgbClr val="087F75"/>
                </a:solidFill>
              </a:defRPr>
            </a:lvl6pPr>
            <a:lvl7pPr>
              <a:defRPr sz="1500" b="1">
                <a:solidFill>
                  <a:srgbClr val="087F75"/>
                </a:solidFill>
              </a:defRPr>
            </a:lvl7pPr>
            <a:lvl8pPr>
              <a:defRPr sz="1500" b="1">
                <a:solidFill>
                  <a:srgbClr val="087F75"/>
                </a:solidFill>
              </a:defRPr>
            </a:lvl8pPr>
            <a:lvl9pPr>
              <a:defRPr sz="15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F75"/>
                </a:solidFill>
              </a:defRPr>
            </a:pPr>
            <a:r>
              <a:rPr sz="1500" b="1">
                <a:solidFill>
                  <a:srgbClr val="087F7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C78FC-5543-4AAF-B1A0-7ADDBC2F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33725"/>
            <a:ext cx="56578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Dasturda nuqtalar tartibi, harakat tezligi va qisqich buyruqlari belgilanadi.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E9F19-C6BE-4854-958C-9CC67194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87F75"/>
                </a:solidFill>
              </a:defRPr>
            </a:defPPr>
            <a:lvl1pPr>
              <a:defRPr sz="1500" b="1">
                <a:solidFill>
                  <a:srgbClr val="087F75"/>
                </a:solidFill>
              </a:defRPr>
            </a:lvl1pPr>
            <a:lvl2pPr>
              <a:defRPr sz="1500" b="1">
                <a:solidFill>
                  <a:srgbClr val="087F75"/>
                </a:solidFill>
              </a:defRPr>
            </a:lvl2pPr>
            <a:lvl3pPr>
              <a:defRPr sz="1500" b="1">
                <a:solidFill>
                  <a:srgbClr val="087F75"/>
                </a:solidFill>
              </a:defRPr>
            </a:lvl3pPr>
            <a:lvl4pPr>
              <a:defRPr sz="1500" b="1">
                <a:solidFill>
                  <a:srgbClr val="087F75"/>
                </a:solidFill>
              </a:defRPr>
            </a:lvl4pPr>
            <a:lvl5pPr>
              <a:defRPr sz="1500" b="1">
                <a:solidFill>
                  <a:srgbClr val="087F75"/>
                </a:solidFill>
              </a:defRPr>
            </a:lvl5pPr>
            <a:lvl6pPr>
              <a:defRPr sz="1500" b="1">
                <a:solidFill>
                  <a:srgbClr val="087F75"/>
                </a:solidFill>
              </a:defRPr>
            </a:lvl6pPr>
            <a:lvl7pPr>
              <a:defRPr sz="1500" b="1">
                <a:solidFill>
                  <a:srgbClr val="087F75"/>
                </a:solidFill>
              </a:defRPr>
            </a:lvl7pPr>
            <a:lvl8pPr>
              <a:defRPr sz="1500" b="1">
                <a:solidFill>
                  <a:srgbClr val="087F75"/>
                </a:solidFill>
              </a:defRPr>
            </a:lvl8pPr>
            <a:lvl9pPr>
              <a:defRPr sz="150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F75"/>
                </a:solidFill>
              </a:defRPr>
            </a:pPr>
            <a:r>
              <a:rPr sz="1500" b="1">
                <a:solidFill>
                  <a:srgbClr val="087F7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B90FA-1559-4C31-9031-93B57DD4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14825"/>
            <a:ext cx="56578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A"/>
                </a:solidFill>
              </a:defRPr>
            </a:defPPr>
            <a:lvl1pPr>
              <a:defRPr sz="2025" b="0">
                <a:solidFill>
                  <a:srgbClr val="162D3A"/>
                </a:solidFill>
              </a:defRPr>
            </a:lvl1pPr>
            <a:lvl2pPr>
              <a:defRPr sz="2025" b="0">
                <a:solidFill>
                  <a:srgbClr val="162D3A"/>
                </a:solidFill>
              </a:defRPr>
            </a:lvl2pPr>
            <a:lvl3pPr>
              <a:defRPr sz="2025" b="0">
                <a:solidFill>
                  <a:srgbClr val="162D3A"/>
                </a:solidFill>
              </a:defRPr>
            </a:lvl3pPr>
            <a:lvl4pPr>
              <a:defRPr sz="2025" b="0">
                <a:solidFill>
                  <a:srgbClr val="162D3A"/>
                </a:solidFill>
              </a:defRPr>
            </a:lvl4pPr>
            <a:lvl5pPr>
              <a:defRPr sz="2025" b="0">
                <a:solidFill>
                  <a:srgbClr val="162D3A"/>
                </a:solidFill>
              </a:defRPr>
            </a:lvl5pPr>
            <a:lvl6pPr>
              <a:defRPr sz="2025" b="0">
                <a:solidFill>
                  <a:srgbClr val="162D3A"/>
                </a:solidFill>
              </a:defRPr>
            </a:lvl6pPr>
            <a:lvl7pPr>
              <a:defRPr sz="2025" b="0">
                <a:solidFill>
                  <a:srgbClr val="162D3A"/>
                </a:solidFill>
              </a:defRPr>
            </a:lvl7pPr>
            <a:lvl8pPr>
              <a:defRPr sz="2025" b="0">
                <a:solidFill>
                  <a:srgbClr val="162D3A"/>
                </a:solidFill>
              </a:defRPr>
            </a:lvl8pPr>
            <a:lvl9pPr>
              <a:defRPr sz="2025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A"/>
                </a:solidFill>
              </a:defRPr>
            </a:pPr>
            <a:r>
              <a:rPr sz="2025" b="0">
                <a:solidFill>
                  <a:srgbClr val="162D3A"/>
                </a:solidFill>
              </a:rPr>
              <a:t>Sinov paytida koordinatalar, asbob o‘lchami va ko‘tariladigan yuk tekshiriladi.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DFBB2-B466-4F7F-A970-1104C6CF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43125"/>
            <a:ext cx="3619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8275F-5864-4C3A-B5DF-05E2DDC6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526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1. Nuqtalarni yozish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F4B07-CC3D-4ED8-B3B6-1F005625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3619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3687F-122C-432A-BECE-9D669889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2. Ketma-ketlik tuzish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61BC2-233C-4AB0-ABB0-BCF118F4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24375"/>
            <a:ext cx="3619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14288">
            <a:solidFill>
              <a:srgbClr val="B5CEC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05C4A-283D-4870-9C89-B3C221D6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2D3A"/>
                </a:solidFill>
              </a:defRPr>
            </a:defPPr>
            <a:lvl1pPr>
              <a:defRPr sz="1800" b="0">
                <a:solidFill>
                  <a:srgbClr val="162D3A"/>
                </a:solidFill>
              </a:defRPr>
            </a:lvl1pPr>
            <a:lvl2pPr>
              <a:defRPr sz="1800" b="0">
                <a:solidFill>
                  <a:srgbClr val="162D3A"/>
                </a:solidFill>
              </a:defRPr>
            </a:lvl2pPr>
            <a:lvl3pPr>
              <a:defRPr sz="1800" b="0">
                <a:solidFill>
                  <a:srgbClr val="162D3A"/>
                </a:solidFill>
              </a:defRPr>
            </a:lvl3pPr>
            <a:lvl4pPr>
              <a:defRPr sz="1800" b="0">
                <a:solidFill>
                  <a:srgbClr val="162D3A"/>
                </a:solidFill>
              </a:defRPr>
            </a:lvl4pPr>
            <a:lvl5pPr>
              <a:defRPr sz="1800" b="0">
                <a:solidFill>
                  <a:srgbClr val="162D3A"/>
                </a:solidFill>
              </a:defRPr>
            </a:lvl5pPr>
            <a:lvl6pPr>
              <a:defRPr sz="1800" b="0">
                <a:solidFill>
                  <a:srgbClr val="162D3A"/>
                </a:solidFill>
              </a:defRPr>
            </a:lvl6pPr>
            <a:lvl7pPr>
              <a:defRPr sz="1800" b="0">
                <a:solidFill>
                  <a:srgbClr val="162D3A"/>
                </a:solidFill>
              </a:defRPr>
            </a:lvl7pPr>
            <a:lvl8pPr>
              <a:defRPr sz="1800" b="0">
                <a:solidFill>
                  <a:srgbClr val="162D3A"/>
                </a:solidFill>
              </a:defRPr>
            </a:lvl8pPr>
            <a:lvl9pPr>
              <a:defRPr sz="18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D3A"/>
                </a:solidFill>
              </a:defRPr>
            </a:pPr>
            <a:r>
              <a:rPr sz="1800" b="0">
                <a:solidFill>
                  <a:srgbClr val="162D3A"/>
                </a:solidFill>
              </a:rPr>
              <a:t>3. Past tezlikda sinash</a:t>
            </a:r>
          </a:p>
        </p:txBody>
      </p:sp>
    </p:spTree>
    <p:extLst>
      <p:ext uri="{BB962C8B-B14F-4D97-AF65-F5344CB8AC3E}">
        <p14:creationId xmlns:p14="http://schemas.microsoft.com/office/powerpoint/2010/main" val="13679232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8EE72-A4FF-453F-A5DE-978C06EE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75"/>
                </a:solidFill>
              </a:defRPr>
            </a:defPPr>
            <a:lvl1pPr>
              <a:defRPr sz="1125" b="1">
                <a:solidFill>
                  <a:srgbClr val="087F75"/>
                </a:solidFill>
              </a:defRPr>
            </a:lvl1pPr>
            <a:lvl2pPr>
              <a:defRPr sz="1125" b="1">
                <a:solidFill>
                  <a:srgbClr val="087F75"/>
                </a:solidFill>
              </a:defRPr>
            </a:lvl2pPr>
            <a:lvl3pPr>
              <a:defRPr sz="1125" b="1">
                <a:solidFill>
                  <a:srgbClr val="087F75"/>
                </a:solidFill>
              </a:defRPr>
            </a:lvl3pPr>
            <a:lvl4pPr>
              <a:defRPr sz="1125" b="1">
                <a:solidFill>
                  <a:srgbClr val="087F75"/>
                </a:solidFill>
              </a:defRPr>
            </a:lvl4pPr>
            <a:lvl5pPr>
              <a:defRPr sz="1125" b="1">
                <a:solidFill>
                  <a:srgbClr val="087F75"/>
                </a:solidFill>
              </a:defRPr>
            </a:lvl5pPr>
            <a:lvl6pPr>
              <a:defRPr sz="1125" b="1">
                <a:solidFill>
                  <a:srgbClr val="087F75"/>
                </a:solidFill>
              </a:defRPr>
            </a:lvl6pPr>
            <a:lvl7pPr>
              <a:defRPr sz="1125" b="1">
                <a:solidFill>
                  <a:srgbClr val="087F75"/>
                </a:solidFill>
              </a:defRPr>
            </a:lvl7pPr>
            <a:lvl8pPr>
              <a:defRPr sz="1125" b="1">
                <a:solidFill>
                  <a:srgbClr val="087F75"/>
                </a:solidFill>
              </a:defRPr>
            </a:lvl8pPr>
            <a:lvl9pPr>
              <a:defRPr sz="1125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75"/>
                </a:solidFill>
              </a:defRPr>
            </a:pPr>
            <a:r>
              <a:rPr sz="1125" b="1">
                <a:solidFill>
                  <a:srgbClr val="087F7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EAE35-A3DC-425D-99AA-85C81828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D3A"/>
                </a:solidFill>
              </a:defRPr>
            </a:defPPr>
            <a:lvl1pPr>
              <a:defRPr sz="3300" b="1">
                <a:solidFill>
                  <a:srgbClr val="162D3A"/>
                </a:solidFill>
              </a:defRPr>
            </a:lvl1pPr>
            <a:lvl2pPr>
              <a:defRPr sz="3300" b="1">
                <a:solidFill>
                  <a:srgbClr val="162D3A"/>
                </a:solidFill>
              </a:defRPr>
            </a:lvl2pPr>
            <a:lvl3pPr>
              <a:defRPr sz="3300" b="1">
                <a:solidFill>
                  <a:srgbClr val="162D3A"/>
                </a:solidFill>
              </a:defRPr>
            </a:lvl3pPr>
            <a:lvl4pPr>
              <a:defRPr sz="3300" b="1">
                <a:solidFill>
                  <a:srgbClr val="162D3A"/>
                </a:solidFill>
              </a:defRPr>
            </a:lvl4pPr>
            <a:lvl5pPr>
              <a:defRPr sz="3300" b="1">
                <a:solidFill>
                  <a:srgbClr val="162D3A"/>
                </a:solidFill>
              </a:defRPr>
            </a:lvl5pPr>
            <a:lvl6pPr>
              <a:defRPr sz="3300" b="1">
                <a:solidFill>
                  <a:srgbClr val="162D3A"/>
                </a:solidFill>
              </a:defRPr>
            </a:lvl6pPr>
            <a:lvl7pPr>
              <a:defRPr sz="3300" b="1">
                <a:solidFill>
                  <a:srgbClr val="162D3A"/>
                </a:solidFill>
              </a:defRPr>
            </a:lvl7pPr>
            <a:lvl8pPr>
              <a:defRPr sz="3300" b="1">
                <a:solidFill>
                  <a:srgbClr val="162D3A"/>
                </a:solidFill>
              </a:defRPr>
            </a:lvl8pPr>
            <a:lvl9pPr>
              <a:defRPr sz="3300" b="1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D3A"/>
                </a:solidFill>
              </a:defRPr>
            </a:pPr>
            <a:r>
              <a:rPr sz="3300" b="1">
                <a:solidFill>
                  <a:srgbClr val="162D3A"/>
                </a:solidFill>
              </a:rPr>
              <a:t>Afzalliklar va cheklovlar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636A3-BB27-4F37-89A8-9EDADB0A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DF80A-D465-4BBE-B5E0-BFF26FC1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17B"/>
                </a:solidFill>
              </a:defRPr>
            </a:defPPr>
            <a:lvl1pPr>
              <a:defRPr sz="1050" b="0">
                <a:solidFill>
                  <a:srgbClr val="60717B"/>
                </a:solidFill>
              </a:defRPr>
            </a:lvl1pPr>
            <a:lvl2pPr>
              <a:defRPr sz="1050" b="0">
                <a:solidFill>
                  <a:srgbClr val="60717B"/>
                </a:solidFill>
              </a:defRPr>
            </a:lvl2pPr>
            <a:lvl3pPr>
              <a:defRPr sz="1050" b="0">
                <a:solidFill>
                  <a:srgbClr val="60717B"/>
                </a:solidFill>
              </a:defRPr>
            </a:lvl3pPr>
            <a:lvl4pPr>
              <a:defRPr sz="1050" b="0">
                <a:solidFill>
                  <a:srgbClr val="60717B"/>
                </a:solidFill>
              </a:defRPr>
            </a:lvl4pPr>
            <a:lvl5pPr>
              <a:defRPr sz="1050" b="0">
                <a:solidFill>
                  <a:srgbClr val="60717B"/>
                </a:solidFill>
              </a:defRPr>
            </a:lvl5pPr>
            <a:lvl6pPr>
              <a:defRPr sz="1050" b="0">
                <a:solidFill>
                  <a:srgbClr val="60717B"/>
                </a:solidFill>
              </a:defRPr>
            </a:lvl6pPr>
            <a:lvl7pPr>
              <a:defRPr sz="1050" b="0">
                <a:solidFill>
                  <a:srgbClr val="60717B"/>
                </a:solidFill>
              </a:defRPr>
            </a:lvl7pPr>
            <a:lvl8pPr>
              <a:defRPr sz="1050" b="0">
                <a:solidFill>
                  <a:srgbClr val="60717B"/>
                </a:solidFill>
              </a:defRPr>
            </a:lvl8pPr>
            <a:lvl9pPr>
              <a:defRPr sz="105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C7872-C81E-4EC0-BBEE-BFE5EE6F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0717B"/>
                </a:solidFill>
              </a:defRPr>
            </a:defPPr>
            <a:lvl1pPr>
              <a:defRPr sz="1200" b="0">
                <a:solidFill>
                  <a:srgbClr val="60717B"/>
                </a:solidFill>
              </a:defRPr>
            </a:lvl1pPr>
            <a:lvl2pPr>
              <a:defRPr sz="1200" b="0">
                <a:solidFill>
                  <a:srgbClr val="60717B"/>
                </a:solidFill>
              </a:defRPr>
            </a:lvl2pPr>
            <a:lvl3pPr>
              <a:defRPr sz="1200" b="0">
                <a:solidFill>
                  <a:srgbClr val="60717B"/>
                </a:solidFill>
              </a:defRPr>
            </a:lvl3pPr>
            <a:lvl4pPr>
              <a:defRPr sz="1200" b="0">
                <a:solidFill>
                  <a:srgbClr val="60717B"/>
                </a:solidFill>
              </a:defRPr>
            </a:lvl4pPr>
            <a:lvl5pPr>
              <a:defRPr sz="1200" b="0">
                <a:solidFill>
                  <a:srgbClr val="60717B"/>
                </a:solidFill>
              </a:defRPr>
            </a:lvl5pPr>
            <a:lvl6pPr>
              <a:defRPr sz="1200" b="0">
                <a:solidFill>
                  <a:srgbClr val="60717B"/>
                </a:solidFill>
              </a:defRPr>
            </a:lvl6pPr>
            <a:lvl7pPr>
              <a:defRPr sz="1200" b="0">
                <a:solidFill>
                  <a:srgbClr val="60717B"/>
                </a:solidFill>
              </a:defRPr>
            </a:lvl7pPr>
            <a:lvl8pPr>
              <a:defRPr sz="1200" b="0">
                <a:solidFill>
                  <a:srgbClr val="60717B"/>
                </a:solidFill>
              </a:defRPr>
            </a:lvl8pPr>
            <a:lvl9pPr>
              <a:defRPr sz="1200" b="0">
                <a:solidFill>
                  <a:srgbClr val="60717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B"/>
                </a:solidFill>
              </a:defRPr>
            </a:pPr>
            <a:r>
              <a:rPr sz="1200" b="0">
                <a:solidFill>
                  <a:srgbClr val="60717B"/>
                </a:solidFill>
              </a:rPr>
              <a:t>14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73E91-75AE-498B-83F2-78FF2C8E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087F75"/>
                </a:solidFill>
              </a:defRPr>
            </a:defPPr>
            <a:lvl1pPr>
              <a:defRPr sz="2550" b="1">
                <a:solidFill>
                  <a:srgbClr val="087F75"/>
                </a:solidFill>
              </a:defRPr>
            </a:lvl1pPr>
            <a:lvl2pPr>
              <a:defRPr sz="2550" b="1">
                <a:solidFill>
                  <a:srgbClr val="087F75"/>
                </a:solidFill>
              </a:defRPr>
            </a:lvl2pPr>
            <a:lvl3pPr>
              <a:defRPr sz="2550" b="1">
                <a:solidFill>
                  <a:srgbClr val="087F75"/>
                </a:solidFill>
              </a:defRPr>
            </a:lvl3pPr>
            <a:lvl4pPr>
              <a:defRPr sz="2550" b="1">
                <a:solidFill>
                  <a:srgbClr val="087F75"/>
                </a:solidFill>
              </a:defRPr>
            </a:lvl4pPr>
            <a:lvl5pPr>
              <a:defRPr sz="2550" b="1">
                <a:solidFill>
                  <a:srgbClr val="087F75"/>
                </a:solidFill>
              </a:defRPr>
            </a:lvl5pPr>
            <a:lvl6pPr>
              <a:defRPr sz="2550" b="1">
                <a:solidFill>
                  <a:srgbClr val="087F75"/>
                </a:solidFill>
              </a:defRPr>
            </a:lvl6pPr>
            <a:lvl7pPr>
              <a:defRPr sz="2550" b="1">
                <a:solidFill>
                  <a:srgbClr val="087F75"/>
                </a:solidFill>
              </a:defRPr>
            </a:lvl7pPr>
            <a:lvl8pPr>
              <a:defRPr sz="2550" b="1">
                <a:solidFill>
                  <a:srgbClr val="087F75"/>
                </a:solidFill>
              </a:defRPr>
            </a:lvl8pPr>
            <a:lvl9pPr>
              <a:defRPr sz="2550" b="1">
                <a:solidFill>
                  <a:srgbClr val="087F7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F75"/>
                </a:solidFill>
              </a:defRPr>
            </a:pPr>
            <a:r>
              <a:rPr sz="2550" b="1">
                <a:solidFill>
                  <a:srgbClr val="087F75"/>
                </a:solidFill>
              </a:rPr>
              <a:t>Afzalliklar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FD46B-E3FF-4513-A810-990364EC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5000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2D3A"/>
                </a:solidFill>
              </a:defRPr>
            </a:defPPr>
            <a:lvl1pPr>
              <a:defRPr sz="2100" b="0">
                <a:solidFill>
                  <a:srgbClr val="162D3A"/>
                </a:solidFill>
              </a:defRPr>
            </a:lvl1pPr>
            <a:lvl2pPr>
              <a:defRPr sz="2100" b="0">
                <a:solidFill>
                  <a:srgbClr val="162D3A"/>
                </a:solidFill>
              </a:defRPr>
            </a:lvl2pPr>
            <a:lvl3pPr>
              <a:defRPr sz="2100" b="0">
                <a:solidFill>
                  <a:srgbClr val="162D3A"/>
                </a:solidFill>
              </a:defRPr>
            </a:lvl3pPr>
            <a:lvl4pPr>
              <a:defRPr sz="2100" b="0">
                <a:solidFill>
                  <a:srgbClr val="162D3A"/>
                </a:solidFill>
              </a:defRPr>
            </a:lvl4pPr>
            <a:lvl5pPr>
              <a:defRPr sz="2100" b="0">
                <a:solidFill>
                  <a:srgbClr val="162D3A"/>
                </a:solidFill>
              </a:defRPr>
            </a:lvl5pPr>
            <a:lvl6pPr>
              <a:defRPr sz="2100" b="0">
                <a:solidFill>
                  <a:srgbClr val="162D3A"/>
                </a:solidFill>
              </a:defRPr>
            </a:lvl6pPr>
            <a:lvl7pPr>
              <a:defRPr sz="2100" b="0">
                <a:solidFill>
                  <a:srgbClr val="162D3A"/>
                </a:solidFill>
              </a:defRPr>
            </a:lvl7pPr>
            <a:lvl8pPr>
              <a:defRPr sz="2100" b="0">
                <a:solidFill>
                  <a:srgbClr val="162D3A"/>
                </a:solidFill>
              </a:defRPr>
            </a:lvl8pPr>
            <a:lvl9pPr>
              <a:defRPr sz="21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Bir xil amallarni ko‘p marta takrorlashga 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Ish nuqtalarini yozish va keyin o‘zgartirish qulay.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Detalni ko‘chirish va dastgohga yuklashda qo‘llanadi.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253CC-D545-4D54-95B3-690628ED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B06A32"/>
                </a:solidFill>
              </a:defRPr>
            </a:defPPr>
            <a:lvl1pPr>
              <a:defRPr sz="2550" b="1">
                <a:solidFill>
                  <a:srgbClr val="B06A32"/>
                </a:solidFill>
              </a:defRPr>
            </a:lvl1pPr>
            <a:lvl2pPr>
              <a:defRPr sz="2550" b="1">
                <a:solidFill>
                  <a:srgbClr val="B06A32"/>
                </a:solidFill>
              </a:defRPr>
            </a:lvl2pPr>
            <a:lvl3pPr>
              <a:defRPr sz="2550" b="1">
                <a:solidFill>
                  <a:srgbClr val="B06A32"/>
                </a:solidFill>
              </a:defRPr>
            </a:lvl3pPr>
            <a:lvl4pPr>
              <a:defRPr sz="2550" b="1">
                <a:solidFill>
                  <a:srgbClr val="B06A32"/>
                </a:solidFill>
              </a:defRPr>
            </a:lvl4pPr>
            <a:lvl5pPr>
              <a:defRPr sz="2550" b="1">
                <a:solidFill>
                  <a:srgbClr val="B06A32"/>
                </a:solidFill>
              </a:defRPr>
            </a:lvl5pPr>
            <a:lvl6pPr>
              <a:defRPr sz="2550" b="1">
                <a:solidFill>
                  <a:srgbClr val="B06A32"/>
                </a:solidFill>
              </a:defRPr>
            </a:lvl6pPr>
            <a:lvl7pPr>
              <a:defRPr sz="2550" b="1">
                <a:solidFill>
                  <a:srgbClr val="B06A32"/>
                </a:solidFill>
              </a:defRPr>
            </a:lvl7pPr>
            <a:lvl8pPr>
              <a:defRPr sz="2550" b="1">
                <a:solidFill>
                  <a:srgbClr val="B06A32"/>
                </a:solidFill>
              </a:defRPr>
            </a:lvl8pPr>
            <a:lvl9pPr>
              <a:defRPr sz="2550" b="1">
                <a:solidFill>
                  <a:srgbClr val="B06A3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06A32"/>
                </a:solidFill>
              </a:defRPr>
            </a:pPr>
            <a:r>
              <a:rPr sz="2550" b="1">
                <a:solidFill>
                  <a:srgbClr val="B06A32"/>
                </a:solidFill>
              </a:rPr>
              <a:t>Cheklovlar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98290-8398-4F15-8084-3050AA49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2D3A"/>
                </a:solidFill>
              </a:defRPr>
            </a:defPPr>
            <a:lvl1pPr>
              <a:defRPr sz="2100" b="0">
                <a:solidFill>
                  <a:srgbClr val="162D3A"/>
                </a:solidFill>
              </a:defRPr>
            </a:lvl1pPr>
            <a:lvl2pPr>
              <a:defRPr sz="2100" b="0">
                <a:solidFill>
                  <a:srgbClr val="162D3A"/>
                </a:solidFill>
              </a:defRPr>
            </a:lvl2pPr>
            <a:lvl3pPr>
              <a:defRPr sz="2100" b="0">
                <a:solidFill>
                  <a:srgbClr val="162D3A"/>
                </a:solidFill>
              </a:defRPr>
            </a:lvl3pPr>
            <a:lvl4pPr>
              <a:defRPr sz="2100" b="0">
                <a:solidFill>
                  <a:srgbClr val="162D3A"/>
                </a:solidFill>
              </a:defRPr>
            </a:lvl4pPr>
            <a:lvl5pPr>
              <a:defRPr sz="2100" b="0">
                <a:solidFill>
                  <a:srgbClr val="162D3A"/>
                </a:solidFill>
              </a:defRPr>
            </a:lvl5pPr>
            <a:lvl6pPr>
              <a:defRPr sz="2100" b="0">
                <a:solidFill>
                  <a:srgbClr val="162D3A"/>
                </a:solidFill>
              </a:defRPr>
            </a:lvl6pPr>
            <a:lvl7pPr>
              <a:defRPr sz="2100" b="0">
                <a:solidFill>
                  <a:srgbClr val="162D3A"/>
                </a:solidFill>
              </a:defRPr>
            </a:lvl7pPr>
            <a:lvl8pPr>
              <a:defRPr sz="2100" b="0">
                <a:solidFill>
                  <a:srgbClr val="162D3A"/>
                </a:solidFill>
              </a:defRPr>
            </a:lvl8pPr>
            <a:lvl9pPr>
              <a:defRPr sz="2100" b="0">
                <a:solidFill>
                  <a:srgbClr val="162D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Nuqtalar orasidagi yo‘lda to‘siq yo‘qligini tekshirish kerak.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Chok yoki kesish yo‘lini aniq kuzatish uchun kontur boshqaruvi kerak.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2D3A"/>
                </a:solidFill>
              </a:defRPr>
            </a:pPr>
            <a:r>
              <a:rPr sz="2100" b="0">
                <a:solidFill>
                  <a:srgbClr val="162D3A"/>
                </a:solidFill>
              </a:rPr>
              <a:t>Aniqlikka sozlash sifati, yuk va mexanizmdagi bo‘shliqlar ta’sir qiladi.</a:t>
            </a:r>
          </a:p>
        </p:txBody>
      </p:sp>
    </p:spTree>
    <p:extLst>
      <p:ext uri="{BB962C8B-B14F-4D97-AF65-F5344CB8AC3E}">
        <p14:creationId xmlns:p14="http://schemas.microsoft.com/office/powerpoint/2010/main" val="3891903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2F356-45FF-467D-B066-A39776DB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7D9C5"/>
                </a:solidFill>
              </a:defRPr>
            </a:defPPr>
            <a:lvl1pPr>
              <a:defRPr sz="1125" b="1">
                <a:solidFill>
                  <a:srgbClr val="67D9C5"/>
                </a:solidFill>
              </a:defRPr>
            </a:lvl1pPr>
            <a:lvl2pPr>
              <a:defRPr sz="1125" b="1">
                <a:solidFill>
                  <a:srgbClr val="67D9C5"/>
                </a:solidFill>
              </a:defRPr>
            </a:lvl2pPr>
            <a:lvl3pPr>
              <a:defRPr sz="1125" b="1">
                <a:solidFill>
                  <a:srgbClr val="67D9C5"/>
                </a:solidFill>
              </a:defRPr>
            </a:lvl3pPr>
            <a:lvl4pPr>
              <a:defRPr sz="1125" b="1">
                <a:solidFill>
                  <a:srgbClr val="67D9C5"/>
                </a:solidFill>
              </a:defRPr>
            </a:lvl4pPr>
            <a:lvl5pPr>
              <a:defRPr sz="1125" b="1">
                <a:solidFill>
                  <a:srgbClr val="67D9C5"/>
                </a:solidFill>
              </a:defRPr>
            </a:lvl5pPr>
            <a:lvl6pPr>
              <a:defRPr sz="1125" b="1">
                <a:solidFill>
                  <a:srgbClr val="67D9C5"/>
                </a:solidFill>
              </a:defRPr>
            </a:lvl6pPr>
            <a:lvl7pPr>
              <a:defRPr sz="1125" b="1">
                <a:solidFill>
                  <a:srgbClr val="67D9C5"/>
                </a:solidFill>
              </a:defRPr>
            </a:lvl7pPr>
            <a:lvl8pPr>
              <a:defRPr sz="1125" b="1">
                <a:solidFill>
                  <a:srgbClr val="67D9C5"/>
                </a:solidFill>
              </a:defRPr>
            </a:lvl8pPr>
            <a:lvl9pPr>
              <a:defRPr sz="1125" b="1">
                <a:solidFill>
                  <a:srgbClr val="67D9C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7D9C5"/>
                </a:solidFill>
              </a:defRPr>
            </a:pPr>
            <a:r>
              <a:rPr sz="1125" b="1">
                <a:solidFill>
                  <a:srgbClr val="67D9C5"/>
                </a:solidFill>
              </a:rPr>
              <a:t>ROBOTOTEXNIKA  /  POZITSION BOSHQARUV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941BC-3FCB-4E2F-AF84-8CA8B5F9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3F7F6"/>
                </a:solidFill>
              </a:defRPr>
            </a:defPPr>
            <a:lvl1pPr>
              <a:defRPr sz="3300" b="1">
                <a:solidFill>
                  <a:srgbClr val="F3F7F6"/>
                </a:solidFill>
              </a:defRPr>
            </a:lvl1pPr>
            <a:lvl2pPr>
              <a:defRPr sz="3300" b="1">
                <a:solidFill>
                  <a:srgbClr val="F3F7F6"/>
                </a:solidFill>
              </a:defRPr>
            </a:lvl2pPr>
            <a:lvl3pPr>
              <a:defRPr sz="3300" b="1">
                <a:solidFill>
                  <a:srgbClr val="F3F7F6"/>
                </a:solidFill>
              </a:defRPr>
            </a:lvl3pPr>
            <a:lvl4pPr>
              <a:defRPr sz="3300" b="1">
                <a:solidFill>
                  <a:srgbClr val="F3F7F6"/>
                </a:solidFill>
              </a:defRPr>
            </a:lvl4pPr>
            <a:lvl5pPr>
              <a:defRPr sz="3300" b="1">
                <a:solidFill>
                  <a:srgbClr val="F3F7F6"/>
                </a:solidFill>
              </a:defRPr>
            </a:lvl5pPr>
            <a:lvl6pPr>
              <a:defRPr sz="3300" b="1">
                <a:solidFill>
                  <a:srgbClr val="F3F7F6"/>
                </a:solidFill>
              </a:defRPr>
            </a:lvl6pPr>
            <a:lvl7pPr>
              <a:defRPr sz="3300" b="1">
                <a:solidFill>
                  <a:srgbClr val="F3F7F6"/>
                </a:solidFill>
              </a:defRPr>
            </a:lvl7pPr>
            <a:lvl8pPr>
              <a:defRPr sz="3300" b="1">
                <a:solidFill>
                  <a:srgbClr val="F3F7F6"/>
                </a:solidFill>
              </a:defRPr>
            </a:lvl8pPr>
            <a:lvl9pPr>
              <a:defRPr sz="3300" b="1">
                <a:solidFill>
                  <a:srgbClr val="F3F7F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3F7F6"/>
                </a:solidFill>
              </a:defRPr>
            </a:pPr>
            <a:r>
              <a:rPr sz="3300" b="1">
                <a:solidFill>
                  <a:srgbClr val="F3F7F6"/>
                </a:solidFill>
              </a:rPr>
              <a:t>Xulosa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609F7-4343-4DEC-9A09-84A6B823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276975"/>
            <a:ext cx="10934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62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A3D4D-D208-4B76-9D13-B747A8AB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B8CBD2"/>
                </a:solidFill>
              </a:defRPr>
            </a:defPPr>
            <a:lvl1pPr>
              <a:defRPr sz="1050" b="0">
                <a:solidFill>
                  <a:srgbClr val="B8CBD2"/>
                </a:solidFill>
              </a:defRPr>
            </a:lvl1pPr>
            <a:lvl2pPr>
              <a:defRPr sz="1050" b="0">
                <a:solidFill>
                  <a:srgbClr val="B8CBD2"/>
                </a:solidFill>
              </a:defRPr>
            </a:lvl2pPr>
            <a:lvl3pPr>
              <a:defRPr sz="1050" b="0">
                <a:solidFill>
                  <a:srgbClr val="B8CBD2"/>
                </a:solidFill>
              </a:defRPr>
            </a:lvl3pPr>
            <a:lvl4pPr>
              <a:defRPr sz="1050" b="0">
                <a:solidFill>
                  <a:srgbClr val="B8CBD2"/>
                </a:solidFill>
              </a:defRPr>
            </a:lvl4pPr>
            <a:lvl5pPr>
              <a:defRPr sz="1050" b="0">
                <a:solidFill>
                  <a:srgbClr val="B8CBD2"/>
                </a:solidFill>
              </a:defRPr>
            </a:lvl5pPr>
            <a:lvl6pPr>
              <a:defRPr sz="1050" b="0">
                <a:solidFill>
                  <a:srgbClr val="B8CBD2"/>
                </a:solidFill>
              </a:defRPr>
            </a:lvl6pPr>
            <a:lvl7pPr>
              <a:defRPr sz="1050" b="0">
                <a:solidFill>
                  <a:srgbClr val="B8CBD2"/>
                </a:solidFill>
              </a:defRPr>
            </a:lvl7pPr>
            <a:lvl8pPr>
              <a:defRPr sz="1050" b="0">
                <a:solidFill>
                  <a:srgbClr val="B8CBD2"/>
                </a:solidFill>
              </a:defRPr>
            </a:lvl8pPr>
            <a:lvl9pPr>
              <a:defRPr sz="1050" b="0">
                <a:solidFill>
                  <a:srgbClr val="B8CBD2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8CBD2"/>
                </a:solidFill>
              </a:defRPr>
            </a:pPr>
            <a:r>
              <a:rPr sz="1050" b="0">
                <a:solidFill>
                  <a:srgbClr val="B8CBD2"/>
                </a:solidFill>
              </a:rPr>
              <a:t>Robotlarning dasturiy boshqaruv tizimlari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E4325-6985-4742-B056-71144B80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BD2"/>
                </a:solidFill>
              </a:defRPr>
            </a:defPPr>
            <a:lvl1pPr>
              <a:defRPr sz="1200" b="0">
                <a:solidFill>
                  <a:srgbClr val="B8CBD2"/>
                </a:solidFill>
              </a:defRPr>
            </a:lvl1pPr>
            <a:lvl2pPr>
              <a:defRPr sz="1200" b="0">
                <a:solidFill>
                  <a:srgbClr val="B8CBD2"/>
                </a:solidFill>
              </a:defRPr>
            </a:lvl2pPr>
            <a:lvl3pPr>
              <a:defRPr sz="1200" b="0">
                <a:solidFill>
                  <a:srgbClr val="B8CBD2"/>
                </a:solidFill>
              </a:defRPr>
            </a:lvl3pPr>
            <a:lvl4pPr>
              <a:defRPr sz="1200" b="0">
                <a:solidFill>
                  <a:srgbClr val="B8CBD2"/>
                </a:solidFill>
              </a:defRPr>
            </a:lvl4pPr>
            <a:lvl5pPr>
              <a:defRPr sz="1200" b="0">
                <a:solidFill>
                  <a:srgbClr val="B8CBD2"/>
                </a:solidFill>
              </a:defRPr>
            </a:lvl5pPr>
            <a:lvl6pPr>
              <a:defRPr sz="1200" b="0">
                <a:solidFill>
                  <a:srgbClr val="B8CBD2"/>
                </a:solidFill>
              </a:defRPr>
            </a:lvl6pPr>
            <a:lvl7pPr>
              <a:defRPr sz="1200" b="0">
                <a:solidFill>
                  <a:srgbClr val="B8CBD2"/>
                </a:solidFill>
              </a:defRPr>
            </a:lvl7pPr>
            <a:lvl8pPr>
              <a:defRPr sz="1200" b="0">
                <a:solidFill>
                  <a:srgbClr val="B8CBD2"/>
                </a:solidFill>
              </a:defRPr>
            </a:lvl8pPr>
            <a:lvl9pPr>
              <a:defRPr sz="1200" b="0">
                <a:solidFill>
                  <a:srgbClr val="B8CBD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BD2"/>
                </a:solidFill>
              </a:defRPr>
            </a:pPr>
            <a:r>
              <a:rPr sz="1200" b="0">
                <a:solidFill>
                  <a:srgbClr val="B8CBD2"/>
                </a:solidFill>
              </a:rPr>
              <a:t>15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AC419-6975-446C-B0C7-AA61A242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3F7F6"/>
                </a:solidFill>
              </a:defRPr>
            </a:defPPr>
            <a:lvl1pPr>
              <a:defRPr sz="2550" b="1">
                <a:solidFill>
                  <a:srgbClr val="F3F7F6"/>
                </a:solidFill>
              </a:defRPr>
            </a:lvl1pPr>
            <a:lvl2pPr>
              <a:defRPr sz="2550" b="1">
                <a:solidFill>
                  <a:srgbClr val="F3F7F6"/>
                </a:solidFill>
              </a:defRPr>
            </a:lvl2pPr>
            <a:lvl3pPr>
              <a:defRPr sz="2550" b="1">
                <a:solidFill>
                  <a:srgbClr val="F3F7F6"/>
                </a:solidFill>
              </a:defRPr>
            </a:lvl3pPr>
            <a:lvl4pPr>
              <a:defRPr sz="2550" b="1">
                <a:solidFill>
                  <a:srgbClr val="F3F7F6"/>
                </a:solidFill>
              </a:defRPr>
            </a:lvl4pPr>
            <a:lvl5pPr>
              <a:defRPr sz="2550" b="1">
                <a:solidFill>
                  <a:srgbClr val="F3F7F6"/>
                </a:solidFill>
              </a:defRPr>
            </a:lvl5pPr>
            <a:lvl6pPr>
              <a:defRPr sz="2550" b="1">
                <a:solidFill>
                  <a:srgbClr val="F3F7F6"/>
                </a:solidFill>
              </a:defRPr>
            </a:lvl6pPr>
            <a:lvl7pPr>
              <a:defRPr sz="2550" b="1">
                <a:solidFill>
                  <a:srgbClr val="F3F7F6"/>
                </a:solidFill>
              </a:defRPr>
            </a:lvl7pPr>
            <a:lvl8pPr>
              <a:defRPr sz="2550" b="1">
                <a:solidFill>
                  <a:srgbClr val="F3F7F6"/>
                </a:solidFill>
              </a:defRPr>
            </a:lvl8pPr>
            <a:lvl9pPr>
              <a:defRPr sz="2550" b="1">
                <a:solidFill>
                  <a:srgbClr val="F3F7F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3F7F6"/>
                </a:solidFill>
              </a:defRPr>
            </a:pPr>
            <a:r>
              <a:rPr sz="2550" b="1">
                <a:solidFill>
                  <a:srgbClr val="F3F7F6"/>
                </a:solidFill>
              </a:rPr>
              <a:t>Robotning ish sikli dasturda saqlangan nuqtalar va amallar ketma-ketligidan tuziladi.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0BE40-6632-4083-9A49-0A36CD85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67D9C5"/>
                </a:solidFill>
              </a:defRPr>
            </a:defPPr>
            <a:lvl1pPr>
              <a:defRPr sz="2250" b="0">
                <a:solidFill>
                  <a:srgbClr val="67D9C5"/>
                </a:solidFill>
              </a:defRPr>
            </a:lvl1pPr>
            <a:lvl2pPr>
              <a:defRPr sz="2250" b="0">
                <a:solidFill>
                  <a:srgbClr val="67D9C5"/>
                </a:solidFill>
              </a:defRPr>
            </a:lvl2pPr>
            <a:lvl3pPr>
              <a:defRPr sz="2250" b="0">
                <a:solidFill>
                  <a:srgbClr val="67D9C5"/>
                </a:solidFill>
              </a:defRPr>
            </a:lvl3pPr>
            <a:lvl4pPr>
              <a:defRPr sz="2250" b="0">
                <a:solidFill>
                  <a:srgbClr val="67D9C5"/>
                </a:solidFill>
              </a:defRPr>
            </a:lvl4pPr>
            <a:lvl5pPr>
              <a:defRPr sz="2250" b="0">
                <a:solidFill>
                  <a:srgbClr val="67D9C5"/>
                </a:solidFill>
              </a:defRPr>
            </a:lvl5pPr>
            <a:lvl6pPr>
              <a:defRPr sz="2250" b="0">
                <a:solidFill>
                  <a:srgbClr val="67D9C5"/>
                </a:solidFill>
              </a:defRPr>
            </a:lvl6pPr>
            <a:lvl7pPr>
              <a:defRPr sz="2250" b="0">
                <a:solidFill>
                  <a:srgbClr val="67D9C5"/>
                </a:solidFill>
              </a:defRPr>
            </a:lvl7pPr>
            <a:lvl8pPr>
              <a:defRPr sz="2250" b="0">
                <a:solidFill>
                  <a:srgbClr val="67D9C5"/>
                </a:solidFill>
              </a:defRPr>
            </a:lvl8pPr>
            <a:lvl9pPr>
              <a:defRPr sz="2250" b="0">
                <a:solidFill>
                  <a:srgbClr val="67D9C5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7D9C5"/>
                </a:solidFill>
              </a:defRPr>
            </a:pPr>
            <a:r>
              <a:rPr sz="2250" b="0">
                <a:solidFill>
                  <a:srgbClr val="67D9C5"/>
                </a:solidFill>
              </a:rPr>
              <a:t>Har bir bosqichda pozitsiya va datchik signallarini tekshirish siklning to‘g‘ri bajarilishini ta’minlaydi.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02294-6907-4161-B12C-737119C3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67D9C5"/>
                </a:solidFill>
              </a:defRPr>
            </a:defPPr>
            <a:lvl1pPr>
              <a:defRPr sz="1875" b="1">
                <a:solidFill>
                  <a:srgbClr val="67D9C5"/>
                </a:solidFill>
              </a:defRPr>
            </a:lvl1pPr>
            <a:lvl2pPr>
              <a:defRPr sz="1875" b="1">
                <a:solidFill>
                  <a:srgbClr val="67D9C5"/>
                </a:solidFill>
              </a:defRPr>
            </a:lvl2pPr>
            <a:lvl3pPr>
              <a:defRPr sz="1875" b="1">
                <a:solidFill>
                  <a:srgbClr val="67D9C5"/>
                </a:solidFill>
              </a:defRPr>
            </a:lvl3pPr>
            <a:lvl4pPr>
              <a:defRPr sz="1875" b="1">
                <a:solidFill>
                  <a:srgbClr val="67D9C5"/>
                </a:solidFill>
              </a:defRPr>
            </a:lvl4pPr>
            <a:lvl5pPr>
              <a:defRPr sz="1875" b="1">
                <a:solidFill>
                  <a:srgbClr val="67D9C5"/>
                </a:solidFill>
              </a:defRPr>
            </a:lvl5pPr>
            <a:lvl6pPr>
              <a:defRPr sz="1875" b="1">
                <a:solidFill>
                  <a:srgbClr val="67D9C5"/>
                </a:solidFill>
              </a:defRPr>
            </a:lvl6pPr>
            <a:lvl7pPr>
              <a:defRPr sz="1875" b="1">
                <a:solidFill>
                  <a:srgbClr val="67D9C5"/>
                </a:solidFill>
              </a:defRPr>
            </a:lvl7pPr>
            <a:lvl8pPr>
              <a:defRPr sz="1875" b="1">
                <a:solidFill>
                  <a:srgbClr val="67D9C5"/>
                </a:solidFill>
              </a:defRPr>
            </a:lvl8pPr>
            <a:lvl9pPr>
              <a:defRPr sz="1875" b="1">
                <a:solidFill>
                  <a:srgbClr val="67D9C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67D9C5"/>
                </a:solidFill>
              </a:defRPr>
            </a:pPr>
            <a:r>
              <a:rPr sz="1875" b="1">
                <a:solidFill>
                  <a:srgbClr val="67D9C5"/>
                </a:solidFill>
              </a:rPr>
              <a:t>Manbalar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8215F-1A4D-4E95-949D-EDD3AED8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B8CBD2"/>
                </a:solidFill>
              </a:defRPr>
            </a:defPPr>
            <a:lvl1pPr>
              <a:defRPr sz="1725" b="0">
                <a:solidFill>
                  <a:srgbClr val="B8CBD2"/>
                </a:solidFill>
              </a:defRPr>
            </a:lvl1pPr>
            <a:lvl2pPr>
              <a:defRPr sz="1725" b="0">
                <a:solidFill>
                  <a:srgbClr val="B8CBD2"/>
                </a:solidFill>
              </a:defRPr>
            </a:lvl2pPr>
            <a:lvl3pPr>
              <a:defRPr sz="1725" b="0">
                <a:solidFill>
                  <a:srgbClr val="B8CBD2"/>
                </a:solidFill>
              </a:defRPr>
            </a:lvl3pPr>
            <a:lvl4pPr>
              <a:defRPr sz="1725" b="0">
                <a:solidFill>
                  <a:srgbClr val="B8CBD2"/>
                </a:solidFill>
              </a:defRPr>
            </a:lvl4pPr>
            <a:lvl5pPr>
              <a:defRPr sz="1725" b="0">
                <a:solidFill>
                  <a:srgbClr val="B8CBD2"/>
                </a:solidFill>
              </a:defRPr>
            </a:lvl5pPr>
            <a:lvl6pPr>
              <a:defRPr sz="1725" b="0">
                <a:solidFill>
                  <a:srgbClr val="B8CBD2"/>
                </a:solidFill>
              </a:defRPr>
            </a:lvl6pPr>
            <a:lvl7pPr>
              <a:defRPr sz="1725" b="0">
                <a:solidFill>
                  <a:srgbClr val="B8CBD2"/>
                </a:solidFill>
              </a:defRPr>
            </a:lvl7pPr>
            <a:lvl8pPr>
              <a:defRPr sz="1725" b="0">
                <a:solidFill>
                  <a:srgbClr val="B8CBD2"/>
                </a:solidFill>
              </a:defRPr>
            </a:lvl8pPr>
            <a:lvl9pPr>
              <a:defRPr sz="1725" b="0">
                <a:solidFill>
                  <a:srgbClr val="B8CBD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BD2"/>
                </a:solidFill>
              </a:defRPr>
            </a:pPr>
            <a:r>
              <a:rPr sz="1725" b="0">
                <a:solidFill>
                  <a:srgbClr val="B8CBD2"/>
                </a:solidFill>
              </a:rPr>
              <a:t>1. K. Lynch, F. Park. Modern Robotics, 9.1–9.2: Point-to-Point Trajectories.</a:t>
            </a:r>
          </a:p>
          <a:p xmlns:a="http://schemas.openxmlformats.org/drawingml/2006/main">
            <a:pPr>
              <a:defRPr sz="1725" b="0">
                <a:solidFill>
                  <a:srgbClr val="B8CBD2"/>
                </a:solidFill>
              </a:defRPr>
            </a:pPr>
            <a:r>
              <a:rPr sz="1725" b="0">
                <a:solidFill>
                  <a:srgbClr val="B8CBD2"/>
                </a:solidFill>
              </a:rPr>
              <a:t>2. Universal Robots. URScript: movej buyrug‘i va harakat parametrlari.</a:t>
            </a:r>
          </a:p>
          <a:p xmlns:a="http://schemas.openxmlformats.org/drawingml/2006/main">
            <a:pPr>
              <a:defRPr sz="1725" b="0">
                <a:solidFill>
                  <a:srgbClr val="B8CBD2"/>
                </a:solidFill>
              </a:defRPr>
            </a:pPr>
            <a:r>
              <a:rPr sz="1725" b="0">
                <a:solidFill>
                  <a:srgbClr val="B8CBD2"/>
                </a:solidFill>
              </a:rPr>
              <a:t>3. Universal Robots. Basic Program Nodes: MoveJ va MoveL.</a:t>
            </a:r>
          </a:p>
        </p:txBody>
      </p:sp>
    </p:spTree>
    <p:extLst>
      <p:ext uri="{BB962C8B-B14F-4D97-AF65-F5344CB8AC3E}">
        <p14:creationId xmlns:p14="http://schemas.microsoft.com/office/powerpoint/2010/main" val="1446746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2026-10-27T05:09:08.3350000Z</dcterms:created>
  <dcterms:modified xsi:type="dcterms:W3CDTF">2026-10-27T05:09:08.3360000Z</dcterms:modified>
</coreProperties>
</file>